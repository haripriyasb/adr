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2" r:id="rId6"/>
    <p:sldId id="274" r:id="rId7"/>
    <p:sldId id="260" r:id="rId8"/>
    <p:sldId id="261" r:id="rId9"/>
    <p:sldId id="267" r:id="rId10"/>
    <p:sldId id="283" r:id="rId11"/>
    <p:sldId id="276" r:id="rId12"/>
    <p:sldId id="272" r:id="rId13"/>
    <p:sldId id="264" r:id="rId14"/>
    <p:sldId id="263" r:id="rId15"/>
    <p:sldId id="284" r:id="rId16"/>
    <p:sldId id="282" r:id="rId17"/>
    <p:sldId id="266" r:id="rId18"/>
    <p:sldId id="279" r:id="rId19"/>
    <p:sldId id="268" r:id="rId20"/>
    <p:sldId id="280" r:id="rId21"/>
    <p:sldId id="269" r:id="rId22"/>
    <p:sldId id="270" r:id="rId23"/>
    <p:sldId id="286" r:id="rId24"/>
    <p:sldId id="271" r:id="rId25"/>
    <p:sldId id="281" r:id="rId26"/>
    <p:sldId id="285" r:id="rId27"/>
    <p:sldId id="27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B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6E7F08-FFAF-4863-949C-DF88F022C048}" v="2" dt="2026-09-16T20:23:56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priya Naidu" userId="274f59c1c8dce724" providerId="LiveId" clId="{82834E8F-9B50-442B-9FCA-5DAA2043925F}"/>
    <pc:docChg chg="undo custSel addSld delSld modSld sldOrd">
      <pc:chgData name="Haripriya Naidu" userId="274f59c1c8dce724" providerId="LiveId" clId="{82834E8F-9B50-442B-9FCA-5DAA2043925F}" dt="2026-09-16T20:25:57.472" v="647" actId="14100"/>
      <pc:docMkLst>
        <pc:docMk/>
      </pc:docMkLst>
      <pc:sldChg chg="modSp mod">
        <pc:chgData name="Haripriya Naidu" userId="274f59c1c8dce724" providerId="LiveId" clId="{82834E8F-9B50-442B-9FCA-5DAA2043925F}" dt="2026-09-16T20:25:57.472" v="647" actId="14100"/>
        <pc:sldMkLst>
          <pc:docMk/>
          <pc:sldMk cId="2976769515" sldId="256"/>
        </pc:sldMkLst>
        <pc:spChg chg="mod">
          <ac:chgData name="Haripriya Naidu" userId="274f59c1c8dce724" providerId="LiveId" clId="{82834E8F-9B50-442B-9FCA-5DAA2043925F}" dt="2026-09-16T20:25:57.472" v="647" actId="14100"/>
          <ac:spMkLst>
            <pc:docMk/>
            <pc:sldMk cId="2976769515" sldId="256"/>
            <ac:spMk id="3" creationId="{75206518-FE9B-F785-A331-3C07921D0A38}"/>
          </ac:spMkLst>
        </pc:spChg>
      </pc:sldChg>
      <pc:sldChg chg="modSp mod">
        <pc:chgData name="Haripriya Naidu" userId="274f59c1c8dce724" providerId="LiveId" clId="{82834E8F-9B50-442B-9FCA-5DAA2043925F}" dt="2026-09-14T22:15:39.354" v="371" actId="20577"/>
        <pc:sldMkLst>
          <pc:docMk/>
          <pc:sldMk cId="2145053436" sldId="257"/>
        </pc:sldMkLst>
        <pc:spChg chg="mod">
          <ac:chgData name="Haripriya Naidu" userId="274f59c1c8dce724" providerId="LiveId" clId="{82834E8F-9B50-442B-9FCA-5DAA2043925F}" dt="2026-09-14T22:15:39.354" v="371" actId="20577"/>
          <ac:spMkLst>
            <pc:docMk/>
            <pc:sldMk cId="2145053436" sldId="257"/>
            <ac:spMk id="7" creationId="{3BFA6AF0-2CD8-5A8A-EC07-CE1D92F1F523}"/>
          </ac:spMkLst>
        </pc:spChg>
      </pc:sldChg>
      <pc:sldChg chg="modSp mod">
        <pc:chgData name="Haripriya Naidu" userId="274f59c1c8dce724" providerId="LiveId" clId="{82834E8F-9B50-442B-9FCA-5DAA2043925F}" dt="2026-09-16T20:23:18.642" v="553" actId="20577"/>
        <pc:sldMkLst>
          <pc:docMk/>
          <pc:sldMk cId="1593676087" sldId="259"/>
        </pc:sldMkLst>
        <pc:spChg chg="mod">
          <ac:chgData name="Haripriya Naidu" userId="274f59c1c8dce724" providerId="LiveId" clId="{82834E8F-9B50-442B-9FCA-5DAA2043925F}" dt="2026-09-16T20:23:18.642" v="553" actId="20577"/>
          <ac:spMkLst>
            <pc:docMk/>
            <pc:sldMk cId="1593676087" sldId="259"/>
            <ac:spMk id="2" creationId="{3ADBA72C-56AC-70A0-997F-9BB11C253777}"/>
          </ac:spMkLst>
        </pc:spChg>
      </pc:sldChg>
      <pc:sldChg chg="modSp mod">
        <pc:chgData name="Haripriya Naidu" userId="274f59c1c8dce724" providerId="LiveId" clId="{82834E8F-9B50-442B-9FCA-5DAA2043925F}" dt="2026-09-16T20:16:48.654" v="404"/>
        <pc:sldMkLst>
          <pc:docMk/>
          <pc:sldMk cId="4046826520" sldId="262"/>
        </pc:sldMkLst>
        <pc:spChg chg="mod">
          <ac:chgData name="Haripriya Naidu" userId="274f59c1c8dce724" providerId="LiveId" clId="{82834E8F-9B50-442B-9FCA-5DAA2043925F}" dt="2026-09-16T20:16:46.893" v="403" actId="21"/>
          <ac:spMkLst>
            <pc:docMk/>
            <pc:sldMk cId="4046826520" sldId="262"/>
            <ac:spMk id="2" creationId="{46FD3E50-9A41-7564-D073-F8CBC40B8373}"/>
          </ac:spMkLst>
        </pc:spChg>
        <pc:spChg chg="mod">
          <ac:chgData name="Haripriya Naidu" userId="274f59c1c8dce724" providerId="LiveId" clId="{82834E8F-9B50-442B-9FCA-5DAA2043925F}" dt="2026-09-16T20:16:48.654" v="404"/>
          <ac:spMkLst>
            <pc:docMk/>
            <pc:sldMk cId="4046826520" sldId="262"/>
            <ac:spMk id="3" creationId="{B1BAC8CC-30B3-464C-66C7-DA3AD67FF50A}"/>
          </ac:spMkLst>
        </pc:spChg>
      </pc:sldChg>
      <pc:sldChg chg="modSp mod">
        <pc:chgData name="Haripriya Naidu" userId="274f59c1c8dce724" providerId="LiveId" clId="{82834E8F-9B50-442B-9FCA-5DAA2043925F}" dt="2026-09-16T20:17:56.136" v="499" actId="20577"/>
        <pc:sldMkLst>
          <pc:docMk/>
          <pc:sldMk cId="3110509913" sldId="263"/>
        </pc:sldMkLst>
        <pc:spChg chg="mod">
          <ac:chgData name="Haripriya Naidu" userId="274f59c1c8dce724" providerId="LiveId" clId="{82834E8F-9B50-442B-9FCA-5DAA2043925F}" dt="2026-09-16T20:17:42.428" v="464" actId="20577"/>
          <ac:spMkLst>
            <pc:docMk/>
            <pc:sldMk cId="3110509913" sldId="263"/>
            <ac:spMk id="2" creationId="{FBB2C2AF-7487-5CFB-63C0-7404456C5CA1}"/>
          </ac:spMkLst>
        </pc:spChg>
        <pc:spChg chg="mod">
          <ac:chgData name="Haripriya Naidu" userId="274f59c1c8dce724" providerId="LiveId" clId="{82834E8F-9B50-442B-9FCA-5DAA2043925F}" dt="2026-09-16T20:17:56.136" v="499" actId="20577"/>
          <ac:spMkLst>
            <pc:docMk/>
            <pc:sldMk cId="3110509913" sldId="263"/>
            <ac:spMk id="3" creationId="{DA4B60F4-1589-4211-49D7-40DAFDCBFCF7}"/>
          </ac:spMkLst>
        </pc:spChg>
      </pc:sldChg>
      <pc:sldChg chg="del mod modShow">
        <pc:chgData name="Haripriya Naidu" userId="274f59c1c8dce724" providerId="LiveId" clId="{82834E8F-9B50-442B-9FCA-5DAA2043925F}" dt="2026-09-16T20:18:15.668" v="500" actId="47"/>
        <pc:sldMkLst>
          <pc:docMk/>
          <pc:sldMk cId="446679971" sldId="265"/>
        </pc:sldMkLst>
      </pc:sldChg>
      <pc:sldChg chg="modSp modAnim">
        <pc:chgData name="Haripriya Naidu" userId="274f59c1c8dce724" providerId="LiveId" clId="{82834E8F-9B50-442B-9FCA-5DAA2043925F}" dt="2026-09-14T19:41:57.509" v="17" actId="6549"/>
        <pc:sldMkLst>
          <pc:docMk/>
          <pc:sldMk cId="3842894000" sldId="270"/>
        </pc:sldMkLst>
        <pc:spChg chg="mod">
          <ac:chgData name="Haripriya Naidu" userId="274f59c1c8dce724" providerId="LiveId" clId="{82834E8F-9B50-442B-9FCA-5DAA2043925F}" dt="2026-09-14T19:41:57.509" v="17" actId="6549"/>
          <ac:spMkLst>
            <pc:docMk/>
            <pc:sldMk cId="3842894000" sldId="270"/>
            <ac:spMk id="3" creationId="{67F9A355-574B-CAE4-3C78-BDDF87224453}"/>
          </ac:spMkLst>
        </pc:spChg>
      </pc:sldChg>
      <pc:sldChg chg="mod modShow">
        <pc:chgData name="Haripriya Naidu" userId="274f59c1c8dce724" providerId="LiveId" clId="{82834E8F-9B50-442B-9FCA-5DAA2043925F}" dt="2026-09-14T18:12:46.485" v="0" actId="729"/>
        <pc:sldMkLst>
          <pc:docMk/>
          <pc:sldMk cId="3179866108" sldId="276"/>
        </pc:sldMkLst>
      </pc:sldChg>
      <pc:sldChg chg="ord">
        <pc:chgData name="Haripriya Naidu" userId="274f59c1c8dce724" providerId="LiveId" clId="{82834E8F-9B50-442B-9FCA-5DAA2043925F}" dt="2026-09-16T20:17:15.023" v="406"/>
        <pc:sldMkLst>
          <pc:docMk/>
          <pc:sldMk cId="2287327994" sldId="279"/>
        </pc:sldMkLst>
      </pc:sldChg>
      <pc:sldChg chg="modSp mod">
        <pc:chgData name="Haripriya Naidu" userId="274f59c1c8dce724" providerId="LiveId" clId="{82834E8F-9B50-442B-9FCA-5DAA2043925F}" dt="2026-09-16T20:18:38.464" v="519" actId="20577"/>
        <pc:sldMkLst>
          <pc:docMk/>
          <pc:sldMk cId="133314490" sldId="280"/>
        </pc:sldMkLst>
        <pc:spChg chg="mod">
          <ac:chgData name="Haripriya Naidu" userId="274f59c1c8dce724" providerId="LiveId" clId="{82834E8F-9B50-442B-9FCA-5DAA2043925F}" dt="2026-09-16T20:18:38.464" v="519" actId="20577"/>
          <ac:spMkLst>
            <pc:docMk/>
            <pc:sldMk cId="133314490" sldId="280"/>
            <ac:spMk id="2" creationId="{67C2F945-12A4-601A-B782-8E5387548C3B}"/>
          </ac:spMkLst>
        </pc:spChg>
      </pc:sldChg>
      <pc:sldChg chg="delSp modSp new mod">
        <pc:chgData name="Haripriya Naidu" userId="274f59c1c8dce724" providerId="LiveId" clId="{82834E8F-9B50-442B-9FCA-5DAA2043925F}" dt="2026-09-14T19:36:38.837" v="16" actId="478"/>
        <pc:sldMkLst>
          <pc:docMk/>
          <pc:sldMk cId="3707782174" sldId="281"/>
        </pc:sldMkLst>
        <pc:spChg chg="mod">
          <ac:chgData name="Haripriya Naidu" userId="274f59c1c8dce724" providerId="LiveId" clId="{82834E8F-9B50-442B-9FCA-5DAA2043925F}" dt="2026-09-14T19:21:03.861" v="15" actId="1076"/>
          <ac:spMkLst>
            <pc:docMk/>
            <pc:sldMk cId="3707782174" sldId="281"/>
            <ac:spMk id="3" creationId="{87D60C3D-26C3-9BD7-B2EE-73F92E17ADA9}"/>
          </ac:spMkLst>
        </pc:spChg>
      </pc:sldChg>
      <pc:sldChg chg="addSp modSp add mod modAnim">
        <pc:chgData name="Haripriya Naidu" userId="274f59c1c8dce724" providerId="LiveId" clId="{82834E8F-9B50-442B-9FCA-5DAA2043925F}" dt="2026-09-14T20:10:35.432" v="321"/>
        <pc:sldMkLst>
          <pc:docMk/>
          <pc:sldMk cId="82056880" sldId="282"/>
        </pc:sldMkLst>
        <pc:spChg chg="mod">
          <ac:chgData name="Haripriya Naidu" userId="274f59c1c8dce724" providerId="LiveId" clId="{82834E8F-9B50-442B-9FCA-5DAA2043925F}" dt="2026-09-14T20:09:44.640" v="318" actId="20577"/>
          <ac:spMkLst>
            <pc:docMk/>
            <pc:sldMk cId="82056880" sldId="282"/>
            <ac:spMk id="3" creationId="{8399A895-E2C1-C233-83F4-E4411094455D}"/>
          </ac:spMkLst>
        </pc:spChg>
        <pc:spChg chg="add mod">
          <ac:chgData name="Haripriya Naidu" userId="274f59c1c8dce724" providerId="LiveId" clId="{82834E8F-9B50-442B-9FCA-5DAA2043925F}" dt="2026-09-14T20:08:19.443" v="253" actId="1038"/>
          <ac:spMkLst>
            <pc:docMk/>
            <pc:sldMk cId="82056880" sldId="282"/>
            <ac:spMk id="4" creationId="{F29CC33A-111A-B8E9-FBC2-5BE33ACB3757}"/>
          </ac:spMkLst>
        </pc:spChg>
        <pc:spChg chg="add mod">
          <ac:chgData name="Haripriya Naidu" userId="274f59c1c8dce724" providerId="LiveId" clId="{82834E8F-9B50-442B-9FCA-5DAA2043925F}" dt="2026-09-14T20:08:19.443" v="253" actId="1038"/>
          <ac:spMkLst>
            <pc:docMk/>
            <pc:sldMk cId="82056880" sldId="282"/>
            <ac:spMk id="6" creationId="{4DD76605-8363-2C8F-5DA9-7C7C8B3EA69A}"/>
          </ac:spMkLst>
        </pc:spChg>
        <pc:spChg chg="add mod">
          <ac:chgData name="Haripriya Naidu" userId="274f59c1c8dce724" providerId="LiveId" clId="{82834E8F-9B50-442B-9FCA-5DAA2043925F}" dt="2026-09-14T20:08:19.443" v="253" actId="1038"/>
          <ac:spMkLst>
            <pc:docMk/>
            <pc:sldMk cId="82056880" sldId="282"/>
            <ac:spMk id="7" creationId="{D90595F5-6793-7029-A0E5-D57DFAA4D4D4}"/>
          </ac:spMkLst>
        </pc:spChg>
        <pc:spChg chg="add mod">
          <ac:chgData name="Haripriya Naidu" userId="274f59c1c8dce724" providerId="LiveId" clId="{82834E8F-9B50-442B-9FCA-5DAA2043925F}" dt="2026-09-14T20:08:19.443" v="253" actId="1038"/>
          <ac:spMkLst>
            <pc:docMk/>
            <pc:sldMk cId="82056880" sldId="282"/>
            <ac:spMk id="8" creationId="{CF843DF1-33C8-9006-219E-DA74BC669B58}"/>
          </ac:spMkLst>
        </pc:spChg>
        <pc:spChg chg="add mod">
          <ac:chgData name="Haripriya Naidu" userId="274f59c1c8dce724" providerId="LiveId" clId="{82834E8F-9B50-442B-9FCA-5DAA2043925F}" dt="2026-09-14T20:08:19.443" v="253" actId="1038"/>
          <ac:spMkLst>
            <pc:docMk/>
            <pc:sldMk cId="82056880" sldId="282"/>
            <ac:spMk id="10" creationId="{F729DEB7-1D8F-96F6-2E7E-1B4E4477F7E6}"/>
          </ac:spMkLst>
        </pc:spChg>
        <pc:cxnChg chg="add mod">
          <ac:chgData name="Haripriya Naidu" userId="274f59c1c8dce724" providerId="LiveId" clId="{82834E8F-9B50-442B-9FCA-5DAA2043925F}" dt="2026-09-14T20:08:19.443" v="253" actId="1038"/>
          <ac:cxnSpMkLst>
            <pc:docMk/>
            <pc:sldMk cId="82056880" sldId="282"/>
            <ac:cxnSpMk id="12" creationId="{E35E7A6B-EE66-73DA-E66F-D170B99B4FC6}"/>
          </ac:cxnSpMkLst>
        </pc:cxnChg>
      </pc:sldChg>
      <pc:sldChg chg="modSp add mod setBg addAnim delAnim modAnim">
        <pc:chgData name="Haripriya Naidu" userId="274f59c1c8dce724" providerId="LiveId" clId="{82834E8F-9B50-442B-9FCA-5DAA2043925F}" dt="2026-09-16T20:21:11.200" v="543" actId="20577"/>
        <pc:sldMkLst>
          <pc:docMk/>
          <pc:sldMk cId="0" sldId="283"/>
        </pc:sldMkLst>
        <pc:spChg chg="mod">
          <ac:chgData name="Haripriya Naidu" userId="274f59c1c8dce724" providerId="LiveId" clId="{82834E8F-9B50-442B-9FCA-5DAA2043925F}" dt="2026-09-16T20:21:11.200" v="543" actId="20577"/>
          <ac:spMkLst>
            <pc:docMk/>
            <pc:sldMk cId="0" sldId="283"/>
            <ac:spMk id="2" creationId="{00000000-0000-0000-0000-000000000000}"/>
          </ac:spMkLst>
        </pc:spChg>
        <pc:spChg chg="mod">
          <ac:chgData name="Haripriya Naidu" userId="274f59c1c8dce724" providerId="LiveId" clId="{82834E8F-9B50-442B-9FCA-5DAA2043925F}" dt="2026-09-14T20:11:43.127" v="328" actId="20577"/>
          <ac:spMkLst>
            <pc:docMk/>
            <pc:sldMk cId="0" sldId="283"/>
            <ac:spMk id="9" creationId="{00000000-0000-0000-0000-000000000000}"/>
          </ac:spMkLst>
        </pc:spChg>
        <pc:spChg chg="mod">
          <ac:chgData name="Haripriya Naidu" userId="274f59c1c8dce724" providerId="LiveId" clId="{82834E8F-9B50-442B-9FCA-5DAA2043925F}" dt="2026-09-14T20:11:32.152" v="326" actId="20577"/>
          <ac:spMkLst>
            <pc:docMk/>
            <pc:sldMk cId="0" sldId="283"/>
            <ac:spMk id="12" creationId="{00000000-0000-0000-0000-000000000000}"/>
          </ac:spMkLst>
        </pc:spChg>
        <pc:spChg chg="mod">
          <ac:chgData name="Haripriya Naidu" userId="274f59c1c8dce724" providerId="LiveId" clId="{82834E8F-9B50-442B-9FCA-5DAA2043925F}" dt="2026-09-14T20:11:47.221" v="330" actId="20577"/>
          <ac:spMkLst>
            <pc:docMk/>
            <pc:sldMk cId="0" sldId="283"/>
            <ac:spMk id="15" creationId="{00000000-0000-0000-0000-000000000000}"/>
          </ac:spMkLst>
        </pc:spChg>
        <pc:spChg chg="mod">
          <ac:chgData name="Haripriya Naidu" userId="274f59c1c8dce724" providerId="LiveId" clId="{82834E8F-9B50-442B-9FCA-5DAA2043925F}" dt="2026-09-14T20:11:59.223" v="339" actId="20577"/>
          <ac:spMkLst>
            <pc:docMk/>
            <pc:sldMk cId="0" sldId="283"/>
            <ac:spMk id="20" creationId="{00000000-0000-0000-0000-000000000000}"/>
          </ac:spMkLst>
        </pc:spChg>
        <pc:spChg chg="mod">
          <ac:chgData name="Haripriya Naidu" userId="274f59c1c8dce724" providerId="LiveId" clId="{82834E8F-9B50-442B-9FCA-5DAA2043925F}" dt="2026-09-14T20:12:03.997" v="341" actId="20577"/>
          <ac:spMkLst>
            <pc:docMk/>
            <pc:sldMk cId="0" sldId="283"/>
            <ac:spMk id="23" creationId="{00000000-0000-0000-0000-000000000000}"/>
          </ac:spMkLst>
        </pc:spChg>
        <pc:spChg chg="mod">
          <ac:chgData name="Haripriya Naidu" userId="274f59c1c8dce724" providerId="LiveId" clId="{82834E8F-9B50-442B-9FCA-5DAA2043925F}" dt="2026-09-14T20:12:21.703" v="344" actId="6549"/>
          <ac:spMkLst>
            <pc:docMk/>
            <pc:sldMk cId="0" sldId="283"/>
            <ac:spMk id="31" creationId="{00000000-0000-0000-0000-000000000000}"/>
          </ac:spMkLst>
        </pc:spChg>
        <pc:spChg chg="mod">
          <ac:chgData name="Haripriya Naidu" userId="274f59c1c8dce724" providerId="LiveId" clId="{82834E8F-9B50-442B-9FCA-5DAA2043925F}" dt="2026-09-14T20:12:40.589" v="350" actId="20577"/>
          <ac:spMkLst>
            <pc:docMk/>
            <pc:sldMk cId="0" sldId="283"/>
            <ac:spMk id="35" creationId="{00000000-0000-0000-0000-000000000000}"/>
          </ac:spMkLst>
        </pc:spChg>
        <pc:spChg chg="mod">
          <ac:chgData name="Haripriya Naidu" userId="274f59c1c8dce724" providerId="LiveId" clId="{82834E8F-9B50-442B-9FCA-5DAA2043925F}" dt="2026-09-14T20:12:32.840" v="348" actId="20577"/>
          <ac:spMkLst>
            <pc:docMk/>
            <pc:sldMk cId="0" sldId="283"/>
            <ac:spMk id="37" creationId="{00000000-0000-0000-0000-000000000000}"/>
          </ac:spMkLst>
        </pc:spChg>
        <pc:spChg chg="mod">
          <ac:chgData name="Haripriya Naidu" userId="274f59c1c8dce724" providerId="LiveId" clId="{82834E8F-9B50-442B-9FCA-5DAA2043925F}" dt="2026-09-14T20:12:46.503" v="351" actId="14100"/>
          <ac:spMkLst>
            <pc:docMk/>
            <pc:sldMk cId="0" sldId="283"/>
            <ac:spMk id="39" creationId="{00000000-0000-0000-0000-000000000000}"/>
          </ac:spMkLst>
        </pc:spChg>
        <pc:spChg chg="mod">
          <ac:chgData name="Haripriya Naidu" userId="274f59c1c8dce724" providerId="LiveId" clId="{82834E8F-9B50-442B-9FCA-5DAA2043925F}" dt="2026-09-14T20:12:50.519" v="353" actId="20577"/>
          <ac:spMkLst>
            <pc:docMk/>
            <pc:sldMk cId="0" sldId="283"/>
            <ac:spMk id="41" creationId="{00000000-0000-0000-0000-000000000000}"/>
          </ac:spMkLst>
        </pc:spChg>
        <pc:spChg chg="mod">
          <ac:chgData name="Haripriya Naidu" userId="274f59c1c8dce724" providerId="LiveId" clId="{82834E8F-9B50-442B-9FCA-5DAA2043925F}" dt="2026-09-14T20:13:06.627" v="359" actId="20577"/>
          <ac:spMkLst>
            <pc:docMk/>
            <pc:sldMk cId="0" sldId="283"/>
            <ac:spMk id="46" creationId="{00000000-0000-0000-0000-000000000000}"/>
          </ac:spMkLst>
        </pc:spChg>
        <pc:spChg chg="mod">
          <ac:chgData name="Haripriya Naidu" userId="274f59c1c8dce724" providerId="LiveId" clId="{82834E8F-9B50-442B-9FCA-5DAA2043925F}" dt="2026-09-14T20:13:03.033" v="357" actId="20577"/>
          <ac:spMkLst>
            <pc:docMk/>
            <pc:sldMk cId="0" sldId="283"/>
            <ac:spMk id="49" creationId="{00000000-0000-0000-0000-000000000000}"/>
          </ac:spMkLst>
        </pc:spChg>
        <pc:spChg chg="mod">
          <ac:chgData name="Haripriya Naidu" userId="274f59c1c8dce724" providerId="LiveId" clId="{82834E8F-9B50-442B-9FCA-5DAA2043925F}" dt="2026-09-14T20:12:57.264" v="355" actId="20577"/>
          <ac:spMkLst>
            <pc:docMk/>
            <pc:sldMk cId="0" sldId="283"/>
            <ac:spMk id="52" creationId="{00000000-0000-0000-0000-000000000000}"/>
          </ac:spMkLst>
        </pc:spChg>
      </pc:sldChg>
      <pc:sldChg chg="add">
        <pc:chgData name="Haripriya Naidu" userId="274f59c1c8dce724" providerId="LiveId" clId="{82834E8F-9B50-442B-9FCA-5DAA2043925F}" dt="2026-09-16T20:17:25.194" v="407" actId="2890"/>
        <pc:sldMkLst>
          <pc:docMk/>
          <pc:sldMk cId="165277025" sldId="284"/>
        </pc:sldMkLst>
      </pc:sldChg>
      <pc:sldChg chg="modSp add mod ord">
        <pc:chgData name="Haripriya Naidu" userId="274f59c1c8dce724" providerId="LiveId" clId="{82834E8F-9B50-442B-9FCA-5DAA2043925F}" dt="2026-09-16T20:20:11.188" v="534" actId="20577"/>
        <pc:sldMkLst>
          <pc:docMk/>
          <pc:sldMk cId="1571384903" sldId="285"/>
        </pc:sldMkLst>
        <pc:spChg chg="mod">
          <ac:chgData name="Haripriya Naidu" userId="274f59c1c8dce724" providerId="LiveId" clId="{82834E8F-9B50-442B-9FCA-5DAA2043925F}" dt="2026-09-16T20:20:11.188" v="534" actId="20577"/>
          <ac:spMkLst>
            <pc:docMk/>
            <pc:sldMk cId="1571384903" sldId="285"/>
            <ac:spMk id="2" creationId="{A84A28F1-E38D-9B32-8C65-1FBC1006EC0C}"/>
          </ac:spMkLst>
        </pc:spChg>
        <pc:spChg chg="mod">
          <ac:chgData name="Haripriya Naidu" userId="274f59c1c8dce724" providerId="LiveId" clId="{82834E8F-9B50-442B-9FCA-5DAA2043925F}" dt="2026-09-16T20:20:03.444" v="523" actId="20577"/>
          <ac:spMkLst>
            <pc:docMk/>
            <pc:sldMk cId="1571384903" sldId="285"/>
            <ac:spMk id="3" creationId="{AD3BD72B-546C-51A5-A2C6-511E8812466E}"/>
          </ac:spMkLst>
        </pc:spChg>
      </pc:sldChg>
      <pc:sldChg chg="modSp add mod ord">
        <pc:chgData name="Haripriya Naidu" userId="274f59c1c8dce724" providerId="LiveId" clId="{82834E8F-9B50-442B-9FCA-5DAA2043925F}" dt="2026-09-16T20:24:13.382" v="580" actId="20577"/>
        <pc:sldMkLst>
          <pc:docMk/>
          <pc:sldMk cId="2425186371" sldId="286"/>
        </pc:sldMkLst>
        <pc:spChg chg="mod">
          <ac:chgData name="Haripriya Naidu" userId="274f59c1c8dce724" providerId="LiveId" clId="{82834E8F-9B50-442B-9FCA-5DAA2043925F}" dt="2026-09-16T20:23:56.774" v="557"/>
          <ac:spMkLst>
            <pc:docMk/>
            <pc:sldMk cId="2425186371" sldId="286"/>
            <ac:spMk id="2" creationId="{AC134E41-3C2A-EE68-B2DE-FB19E6500980}"/>
          </ac:spMkLst>
        </pc:spChg>
        <pc:spChg chg="mod">
          <ac:chgData name="Haripriya Naidu" userId="274f59c1c8dce724" providerId="LiveId" clId="{82834E8F-9B50-442B-9FCA-5DAA2043925F}" dt="2026-09-16T20:24:13.382" v="580" actId="20577"/>
          <ac:spMkLst>
            <pc:docMk/>
            <pc:sldMk cId="2425186371" sldId="286"/>
            <ac:spMk id="3" creationId="{3513E45F-E16C-7331-C840-595FAD3F039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5E989A-4CD3-41DE-98BD-CA720EDDFF92}" type="doc">
      <dgm:prSet loTypeId="urn:microsoft.com/office/officeart/2018/5/layout/IconCircleLabelList" loCatId="icon" qsTypeId="urn:microsoft.com/office/officeart/2005/8/quickstyle/simple1#23" qsCatId="simple" csTypeId="urn:microsoft.com/office/officeart/2005/8/colors/accent1_2#17" csCatId="accent1" phldr="1"/>
      <dgm:spPr/>
      <dgm:t>
        <a:bodyPr/>
        <a:lstStyle/>
        <a:p>
          <a:endParaRPr lang="en-US"/>
        </a:p>
      </dgm:t>
    </dgm:pt>
    <dgm:pt modelId="{0117D002-F14E-4B37-BDD9-766DB0C8460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What is ADR</a:t>
          </a:r>
        </a:p>
      </dgm:t>
    </dgm:pt>
    <dgm:pt modelId="{C3B9E9F7-EA97-40E1-9296-F04A6138A9BC}" type="parTrans" cxnId="{254EF717-A970-429A-B6A5-D5C54C725207}">
      <dgm:prSet/>
      <dgm:spPr/>
      <dgm:t>
        <a:bodyPr/>
        <a:lstStyle/>
        <a:p>
          <a:endParaRPr lang="en-US"/>
        </a:p>
      </dgm:t>
    </dgm:pt>
    <dgm:pt modelId="{5CB8066F-C8C0-4DE1-8640-24D88A0B973A}" type="sibTrans" cxnId="{254EF717-A970-429A-B6A5-D5C54C725207}">
      <dgm:prSet/>
      <dgm:spPr/>
      <dgm:t>
        <a:bodyPr/>
        <a:lstStyle/>
        <a:p>
          <a:endParaRPr lang="en-US"/>
        </a:p>
      </dgm:t>
    </dgm:pt>
    <dgm:pt modelId="{8CE08DC8-A74E-4027-B6F8-2DB60487F3E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How it works</a:t>
          </a:r>
        </a:p>
      </dgm:t>
    </dgm:pt>
    <dgm:pt modelId="{DDCBDF19-1146-451F-AD8B-5ABB37BDAD61}" type="parTrans" cxnId="{7A3A1027-6967-40ED-ABFF-8E009B7914D6}">
      <dgm:prSet/>
      <dgm:spPr/>
      <dgm:t>
        <a:bodyPr/>
        <a:lstStyle/>
        <a:p>
          <a:endParaRPr lang="en-US"/>
        </a:p>
      </dgm:t>
    </dgm:pt>
    <dgm:pt modelId="{668C2C35-5FE4-47CA-8E72-008E6EF7F8A2}" type="sibTrans" cxnId="{7A3A1027-6967-40ED-ABFF-8E009B7914D6}">
      <dgm:prSet/>
      <dgm:spPr/>
      <dgm:t>
        <a:bodyPr/>
        <a:lstStyle/>
        <a:p>
          <a:endParaRPr lang="en-US"/>
        </a:p>
      </dgm:t>
    </dgm:pt>
    <dgm:pt modelId="{174AE03B-5243-443F-88C2-E21A7D4CFAC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Benefits</a:t>
          </a:r>
        </a:p>
      </dgm:t>
    </dgm:pt>
    <dgm:pt modelId="{536DFA5A-8981-4E66-A191-DF5DD8681868}" type="parTrans" cxnId="{6C1F3A77-C29C-41A3-BB68-DDD0A46BB1F6}">
      <dgm:prSet/>
      <dgm:spPr/>
      <dgm:t>
        <a:bodyPr/>
        <a:lstStyle/>
        <a:p>
          <a:endParaRPr lang="en-US"/>
        </a:p>
      </dgm:t>
    </dgm:pt>
    <dgm:pt modelId="{9C180D5D-B16F-4C28-BB91-135F60E9A961}" type="sibTrans" cxnId="{6C1F3A77-C29C-41A3-BB68-DDD0A46BB1F6}">
      <dgm:prSet/>
      <dgm:spPr/>
      <dgm:t>
        <a:bodyPr/>
        <a:lstStyle/>
        <a:p>
          <a:endParaRPr lang="en-US"/>
        </a:p>
      </dgm:t>
    </dgm:pt>
    <dgm:pt modelId="{F6EFDDDA-A80D-4420-9C31-1E597233DC3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Trade-Offs</a:t>
          </a:r>
        </a:p>
      </dgm:t>
    </dgm:pt>
    <dgm:pt modelId="{7575237E-5505-4471-8571-0A6A91BCB22F}" type="parTrans" cxnId="{0AE762D7-4D8B-4ECB-B65A-66C762C28129}">
      <dgm:prSet/>
      <dgm:spPr/>
      <dgm:t>
        <a:bodyPr/>
        <a:lstStyle/>
        <a:p>
          <a:endParaRPr lang="en-US"/>
        </a:p>
      </dgm:t>
    </dgm:pt>
    <dgm:pt modelId="{450DD26F-A7E4-450F-8FBE-7A222F4E7A1F}" type="sibTrans" cxnId="{0AE762D7-4D8B-4ECB-B65A-66C762C28129}">
      <dgm:prSet/>
      <dgm:spPr/>
      <dgm:t>
        <a:bodyPr/>
        <a:lstStyle/>
        <a:p>
          <a:endParaRPr lang="en-US"/>
        </a:p>
      </dgm:t>
    </dgm:pt>
    <dgm:pt modelId="{2C4BE67E-CE79-407F-9B16-F0B7D3F3EAE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Demo</a:t>
          </a:r>
        </a:p>
      </dgm:t>
    </dgm:pt>
    <dgm:pt modelId="{120710BD-A078-4FE3-9BF8-E0C532312ADC}" type="parTrans" cxnId="{54A39894-0D6F-4B06-855F-B328C0820FB0}">
      <dgm:prSet/>
      <dgm:spPr/>
      <dgm:t>
        <a:bodyPr/>
        <a:lstStyle/>
        <a:p>
          <a:endParaRPr lang="en-US"/>
        </a:p>
      </dgm:t>
    </dgm:pt>
    <dgm:pt modelId="{0983D882-7073-46C8-BF83-74E264F6EDE1}" type="sibTrans" cxnId="{54A39894-0D6F-4B06-855F-B328C0820FB0}">
      <dgm:prSet/>
      <dgm:spPr/>
      <dgm:t>
        <a:bodyPr/>
        <a:lstStyle/>
        <a:p>
          <a:endParaRPr lang="en-US"/>
        </a:p>
      </dgm:t>
    </dgm:pt>
    <dgm:pt modelId="{EBEC1A25-5F01-486E-9D25-AA5344E35270}" type="pres">
      <dgm:prSet presAssocID="{B95E989A-4CD3-41DE-98BD-CA720EDDFF92}" presName="root" presStyleCnt="0">
        <dgm:presLayoutVars>
          <dgm:dir/>
          <dgm:resizeHandles val="exact"/>
        </dgm:presLayoutVars>
      </dgm:prSet>
      <dgm:spPr/>
    </dgm:pt>
    <dgm:pt modelId="{351C4F64-1304-4463-8036-EE5369E8C4F9}" type="pres">
      <dgm:prSet presAssocID="{0117D002-F14E-4B37-BDD9-766DB0C84609}" presName="compNode" presStyleCnt="0"/>
      <dgm:spPr/>
    </dgm:pt>
    <dgm:pt modelId="{3B37C68E-A45C-453C-BD09-39C41721A07C}" type="pres">
      <dgm:prSet presAssocID="{0117D002-F14E-4B37-BDD9-766DB0C84609}" presName="iconBgRect" presStyleLbl="bgShp" presStyleIdx="0" presStyleCnt="5"/>
      <dgm:spPr/>
    </dgm:pt>
    <dgm:pt modelId="{CA346CFF-EFBC-4758-B93D-B76D62DD0930}" type="pres">
      <dgm:prSet presAssocID="{0117D002-F14E-4B37-BDD9-766DB0C8460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C639799-B2F0-47C3-ABD0-F8248F107E9A}" type="pres">
      <dgm:prSet presAssocID="{0117D002-F14E-4B37-BDD9-766DB0C84609}" presName="spaceRect" presStyleCnt="0"/>
      <dgm:spPr/>
    </dgm:pt>
    <dgm:pt modelId="{F09D990B-E3A9-4FE6-B808-1910EA1EE4F0}" type="pres">
      <dgm:prSet presAssocID="{0117D002-F14E-4B37-BDD9-766DB0C84609}" presName="textRect" presStyleLbl="revTx" presStyleIdx="0" presStyleCnt="5">
        <dgm:presLayoutVars>
          <dgm:chMax val="1"/>
          <dgm:chPref val="1"/>
        </dgm:presLayoutVars>
      </dgm:prSet>
      <dgm:spPr/>
    </dgm:pt>
    <dgm:pt modelId="{D0ADC08A-8123-49CC-8976-DAEC5A93E646}" type="pres">
      <dgm:prSet presAssocID="{5CB8066F-C8C0-4DE1-8640-24D88A0B973A}" presName="sibTrans" presStyleCnt="0"/>
      <dgm:spPr/>
    </dgm:pt>
    <dgm:pt modelId="{D62A1BD7-3F48-4EF7-A7E6-87397E1971F5}" type="pres">
      <dgm:prSet presAssocID="{8CE08DC8-A74E-4027-B6F8-2DB60487F3E0}" presName="compNode" presStyleCnt="0"/>
      <dgm:spPr/>
    </dgm:pt>
    <dgm:pt modelId="{FBC5342D-1F72-4A27-8057-1F9CC91CDEB5}" type="pres">
      <dgm:prSet presAssocID="{8CE08DC8-A74E-4027-B6F8-2DB60487F3E0}" presName="iconBgRect" presStyleLbl="bgShp" presStyleIdx="1" presStyleCnt="5"/>
      <dgm:spPr/>
    </dgm:pt>
    <dgm:pt modelId="{D18E3805-44F5-4EE8-95CA-878E5924ED80}" type="pres">
      <dgm:prSet presAssocID="{8CE08DC8-A74E-4027-B6F8-2DB60487F3E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74AD424-AA85-46E9-A685-14D3313C76CC}" type="pres">
      <dgm:prSet presAssocID="{8CE08DC8-A74E-4027-B6F8-2DB60487F3E0}" presName="spaceRect" presStyleCnt="0"/>
      <dgm:spPr/>
    </dgm:pt>
    <dgm:pt modelId="{A397E948-BA7D-45EC-831D-2029C20651E5}" type="pres">
      <dgm:prSet presAssocID="{8CE08DC8-A74E-4027-B6F8-2DB60487F3E0}" presName="textRect" presStyleLbl="revTx" presStyleIdx="1" presStyleCnt="5">
        <dgm:presLayoutVars>
          <dgm:chMax val="1"/>
          <dgm:chPref val="1"/>
        </dgm:presLayoutVars>
      </dgm:prSet>
      <dgm:spPr/>
    </dgm:pt>
    <dgm:pt modelId="{64F8D43D-0D05-4E62-9273-73419D32B79F}" type="pres">
      <dgm:prSet presAssocID="{668C2C35-5FE4-47CA-8E72-008E6EF7F8A2}" presName="sibTrans" presStyleCnt="0"/>
      <dgm:spPr/>
    </dgm:pt>
    <dgm:pt modelId="{1D5F0D8E-36A0-4F1F-B7FD-AC6E5FC7A2F9}" type="pres">
      <dgm:prSet presAssocID="{174AE03B-5243-443F-88C2-E21A7D4CFAC4}" presName="compNode" presStyleCnt="0"/>
      <dgm:spPr/>
    </dgm:pt>
    <dgm:pt modelId="{54BC47A0-EE96-4F3D-BC45-8CA8D8808653}" type="pres">
      <dgm:prSet presAssocID="{174AE03B-5243-443F-88C2-E21A7D4CFAC4}" presName="iconBgRect" presStyleLbl="bgShp" presStyleIdx="2" presStyleCnt="5"/>
      <dgm:spPr/>
    </dgm:pt>
    <dgm:pt modelId="{BA4C5E3A-89A5-4264-9E8A-6E77237E2D62}" type="pres">
      <dgm:prSet presAssocID="{174AE03B-5243-443F-88C2-E21A7D4CFAC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8F2FC6E-29A4-4F41-AE88-2DF86A1300D1}" type="pres">
      <dgm:prSet presAssocID="{174AE03B-5243-443F-88C2-E21A7D4CFAC4}" presName="spaceRect" presStyleCnt="0"/>
      <dgm:spPr/>
    </dgm:pt>
    <dgm:pt modelId="{845C32FA-31D5-4DDF-93FD-E0E19497F8CE}" type="pres">
      <dgm:prSet presAssocID="{174AE03B-5243-443F-88C2-E21A7D4CFAC4}" presName="textRect" presStyleLbl="revTx" presStyleIdx="2" presStyleCnt="5">
        <dgm:presLayoutVars>
          <dgm:chMax val="1"/>
          <dgm:chPref val="1"/>
        </dgm:presLayoutVars>
      </dgm:prSet>
      <dgm:spPr/>
    </dgm:pt>
    <dgm:pt modelId="{7F0CFCC1-A782-4315-8F1A-77CAF951F272}" type="pres">
      <dgm:prSet presAssocID="{9C180D5D-B16F-4C28-BB91-135F60E9A961}" presName="sibTrans" presStyleCnt="0"/>
      <dgm:spPr/>
    </dgm:pt>
    <dgm:pt modelId="{1A349FDF-DA3A-4381-880B-C47D532976AB}" type="pres">
      <dgm:prSet presAssocID="{F6EFDDDA-A80D-4420-9C31-1E597233DC31}" presName="compNode" presStyleCnt="0"/>
      <dgm:spPr/>
    </dgm:pt>
    <dgm:pt modelId="{B8F16542-63E2-490E-8331-3D0C095CA741}" type="pres">
      <dgm:prSet presAssocID="{F6EFDDDA-A80D-4420-9C31-1E597233DC31}" presName="iconBgRect" presStyleLbl="bgShp" presStyleIdx="3" presStyleCnt="5"/>
      <dgm:spPr/>
    </dgm:pt>
    <dgm:pt modelId="{C479D4A6-9682-49B9-A55A-B82816E6C31F}" type="pres">
      <dgm:prSet presAssocID="{F6EFDDDA-A80D-4420-9C31-1E597233DC3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pee"/>
        </a:ext>
      </dgm:extLst>
    </dgm:pt>
    <dgm:pt modelId="{BE9595A3-1F1B-46D1-980B-6063BB2A9CED}" type="pres">
      <dgm:prSet presAssocID="{F6EFDDDA-A80D-4420-9C31-1E597233DC31}" presName="spaceRect" presStyleCnt="0"/>
      <dgm:spPr/>
    </dgm:pt>
    <dgm:pt modelId="{35E27F45-0D97-4BC0-967C-63D639B1798A}" type="pres">
      <dgm:prSet presAssocID="{F6EFDDDA-A80D-4420-9C31-1E597233DC31}" presName="textRect" presStyleLbl="revTx" presStyleIdx="3" presStyleCnt="5">
        <dgm:presLayoutVars>
          <dgm:chMax val="1"/>
          <dgm:chPref val="1"/>
        </dgm:presLayoutVars>
      </dgm:prSet>
      <dgm:spPr/>
    </dgm:pt>
    <dgm:pt modelId="{E9489BF0-0174-4D52-ACFA-EB6AB647516E}" type="pres">
      <dgm:prSet presAssocID="{450DD26F-A7E4-450F-8FBE-7A222F4E7A1F}" presName="sibTrans" presStyleCnt="0"/>
      <dgm:spPr/>
    </dgm:pt>
    <dgm:pt modelId="{B3E19A7F-B51F-426C-A89B-B7B9A0B9C5FD}" type="pres">
      <dgm:prSet presAssocID="{2C4BE67E-CE79-407F-9B16-F0B7D3F3EAEB}" presName="compNode" presStyleCnt="0"/>
      <dgm:spPr/>
    </dgm:pt>
    <dgm:pt modelId="{17B9AB38-9463-4E6E-96D2-B6DD8B0E065A}" type="pres">
      <dgm:prSet presAssocID="{2C4BE67E-CE79-407F-9B16-F0B7D3F3EAEB}" presName="iconBgRect" presStyleLbl="bgShp" presStyleIdx="4" presStyleCnt="5"/>
      <dgm:spPr/>
    </dgm:pt>
    <dgm:pt modelId="{4CDB77A7-3689-470B-975C-0A4CB585BEE9}" type="pres">
      <dgm:prSet presAssocID="{2C4BE67E-CE79-407F-9B16-F0B7D3F3EAE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8879AFD1-9E7E-47BD-A56F-8A4EEF67E30B}" type="pres">
      <dgm:prSet presAssocID="{2C4BE67E-CE79-407F-9B16-F0B7D3F3EAEB}" presName="spaceRect" presStyleCnt="0"/>
      <dgm:spPr/>
    </dgm:pt>
    <dgm:pt modelId="{6B0E606A-FD01-48A4-A439-F4402DB3281E}" type="pres">
      <dgm:prSet presAssocID="{2C4BE67E-CE79-407F-9B16-F0B7D3F3EAE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54EF717-A970-429A-B6A5-D5C54C725207}" srcId="{B95E989A-4CD3-41DE-98BD-CA720EDDFF92}" destId="{0117D002-F14E-4B37-BDD9-766DB0C84609}" srcOrd="0" destOrd="0" parTransId="{C3B9E9F7-EA97-40E1-9296-F04A6138A9BC}" sibTransId="{5CB8066F-C8C0-4DE1-8640-24D88A0B973A}"/>
    <dgm:cxn modelId="{7A3A1027-6967-40ED-ABFF-8E009B7914D6}" srcId="{B95E989A-4CD3-41DE-98BD-CA720EDDFF92}" destId="{8CE08DC8-A74E-4027-B6F8-2DB60487F3E0}" srcOrd="1" destOrd="0" parTransId="{DDCBDF19-1146-451F-AD8B-5ABB37BDAD61}" sibTransId="{668C2C35-5FE4-47CA-8E72-008E6EF7F8A2}"/>
    <dgm:cxn modelId="{E2269534-B7DA-419D-B768-A6ADEABBE3B8}" type="presOf" srcId="{8CE08DC8-A74E-4027-B6F8-2DB60487F3E0}" destId="{A397E948-BA7D-45EC-831D-2029C20651E5}" srcOrd="0" destOrd="0" presId="urn:microsoft.com/office/officeart/2018/5/layout/IconCircleLabelList"/>
    <dgm:cxn modelId="{1B3BB149-2758-43E5-898C-DB3D4E9E8759}" type="presOf" srcId="{F6EFDDDA-A80D-4420-9C31-1E597233DC31}" destId="{35E27F45-0D97-4BC0-967C-63D639B1798A}" srcOrd="0" destOrd="0" presId="urn:microsoft.com/office/officeart/2018/5/layout/IconCircleLabelList"/>
    <dgm:cxn modelId="{64835F53-AE71-4DFB-8D94-1E034BC64C0D}" type="presOf" srcId="{0117D002-F14E-4B37-BDD9-766DB0C84609}" destId="{F09D990B-E3A9-4FE6-B808-1910EA1EE4F0}" srcOrd="0" destOrd="0" presId="urn:microsoft.com/office/officeart/2018/5/layout/IconCircleLabelList"/>
    <dgm:cxn modelId="{6D57BC54-F5B0-447B-A5CA-EBBE3FE5F979}" type="presOf" srcId="{B95E989A-4CD3-41DE-98BD-CA720EDDFF92}" destId="{EBEC1A25-5F01-486E-9D25-AA5344E35270}" srcOrd="0" destOrd="0" presId="urn:microsoft.com/office/officeart/2018/5/layout/IconCircleLabelList"/>
    <dgm:cxn modelId="{6C1F3A77-C29C-41A3-BB68-DDD0A46BB1F6}" srcId="{B95E989A-4CD3-41DE-98BD-CA720EDDFF92}" destId="{174AE03B-5243-443F-88C2-E21A7D4CFAC4}" srcOrd="2" destOrd="0" parTransId="{536DFA5A-8981-4E66-A191-DF5DD8681868}" sibTransId="{9C180D5D-B16F-4C28-BB91-135F60E9A961}"/>
    <dgm:cxn modelId="{54A39894-0D6F-4B06-855F-B328C0820FB0}" srcId="{B95E989A-4CD3-41DE-98BD-CA720EDDFF92}" destId="{2C4BE67E-CE79-407F-9B16-F0B7D3F3EAEB}" srcOrd="4" destOrd="0" parTransId="{120710BD-A078-4FE3-9BF8-E0C532312ADC}" sibTransId="{0983D882-7073-46C8-BF83-74E264F6EDE1}"/>
    <dgm:cxn modelId="{70F47B95-FBC5-4693-B6D7-62069E0162C4}" type="presOf" srcId="{174AE03B-5243-443F-88C2-E21A7D4CFAC4}" destId="{845C32FA-31D5-4DDF-93FD-E0E19497F8CE}" srcOrd="0" destOrd="0" presId="urn:microsoft.com/office/officeart/2018/5/layout/IconCircleLabelList"/>
    <dgm:cxn modelId="{CDB01FAC-85B3-4919-8B30-888468B85381}" type="presOf" srcId="{2C4BE67E-CE79-407F-9B16-F0B7D3F3EAEB}" destId="{6B0E606A-FD01-48A4-A439-F4402DB3281E}" srcOrd="0" destOrd="0" presId="urn:microsoft.com/office/officeart/2018/5/layout/IconCircleLabelList"/>
    <dgm:cxn modelId="{0AE762D7-4D8B-4ECB-B65A-66C762C28129}" srcId="{B95E989A-4CD3-41DE-98BD-CA720EDDFF92}" destId="{F6EFDDDA-A80D-4420-9C31-1E597233DC31}" srcOrd="3" destOrd="0" parTransId="{7575237E-5505-4471-8571-0A6A91BCB22F}" sibTransId="{450DD26F-A7E4-450F-8FBE-7A222F4E7A1F}"/>
    <dgm:cxn modelId="{DAAD2044-AFE4-4FD1-B2BC-B7B0C4049242}" type="presParOf" srcId="{EBEC1A25-5F01-486E-9D25-AA5344E35270}" destId="{351C4F64-1304-4463-8036-EE5369E8C4F9}" srcOrd="0" destOrd="0" presId="urn:microsoft.com/office/officeart/2018/5/layout/IconCircleLabelList"/>
    <dgm:cxn modelId="{85A7FC9A-B960-4498-8663-7F6EE551A8BA}" type="presParOf" srcId="{351C4F64-1304-4463-8036-EE5369E8C4F9}" destId="{3B37C68E-A45C-453C-BD09-39C41721A07C}" srcOrd="0" destOrd="0" presId="urn:microsoft.com/office/officeart/2018/5/layout/IconCircleLabelList"/>
    <dgm:cxn modelId="{DA203A3C-BB88-4122-B5DA-E8CDD57BC1D4}" type="presParOf" srcId="{351C4F64-1304-4463-8036-EE5369E8C4F9}" destId="{CA346CFF-EFBC-4758-B93D-B76D62DD0930}" srcOrd="1" destOrd="0" presId="urn:microsoft.com/office/officeart/2018/5/layout/IconCircleLabelList"/>
    <dgm:cxn modelId="{AA21B714-CFE7-455F-9CA1-5B5394E19F19}" type="presParOf" srcId="{351C4F64-1304-4463-8036-EE5369E8C4F9}" destId="{5C639799-B2F0-47C3-ABD0-F8248F107E9A}" srcOrd="2" destOrd="0" presId="urn:microsoft.com/office/officeart/2018/5/layout/IconCircleLabelList"/>
    <dgm:cxn modelId="{58B86832-606E-4894-BA38-40BB2A3B97CE}" type="presParOf" srcId="{351C4F64-1304-4463-8036-EE5369E8C4F9}" destId="{F09D990B-E3A9-4FE6-B808-1910EA1EE4F0}" srcOrd="3" destOrd="0" presId="urn:microsoft.com/office/officeart/2018/5/layout/IconCircleLabelList"/>
    <dgm:cxn modelId="{0015DC9C-23C2-4676-A831-6F0FE7834051}" type="presParOf" srcId="{EBEC1A25-5F01-486E-9D25-AA5344E35270}" destId="{D0ADC08A-8123-49CC-8976-DAEC5A93E646}" srcOrd="1" destOrd="0" presId="urn:microsoft.com/office/officeart/2018/5/layout/IconCircleLabelList"/>
    <dgm:cxn modelId="{02D1D16D-003D-4FE0-BE1C-51262A094472}" type="presParOf" srcId="{EBEC1A25-5F01-486E-9D25-AA5344E35270}" destId="{D62A1BD7-3F48-4EF7-A7E6-87397E1971F5}" srcOrd="2" destOrd="0" presId="urn:microsoft.com/office/officeart/2018/5/layout/IconCircleLabelList"/>
    <dgm:cxn modelId="{D9230480-4FBF-45A3-A66B-81753DC3A85B}" type="presParOf" srcId="{D62A1BD7-3F48-4EF7-A7E6-87397E1971F5}" destId="{FBC5342D-1F72-4A27-8057-1F9CC91CDEB5}" srcOrd="0" destOrd="0" presId="urn:microsoft.com/office/officeart/2018/5/layout/IconCircleLabelList"/>
    <dgm:cxn modelId="{D7F693CF-7ED2-4880-B709-C2587032C505}" type="presParOf" srcId="{D62A1BD7-3F48-4EF7-A7E6-87397E1971F5}" destId="{D18E3805-44F5-4EE8-95CA-878E5924ED80}" srcOrd="1" destOrd="0" presId="urn:microsoft.com/office/officeart/2018/5/layout/IconCircleLabelList"/>
    <dgm:cxn modelId="{113FB940-7AA9-4C88-8908-5CA9A944982A}" type="presParOf" srcId="{D62A1BD7-3F48-4EF7-A7E6-87397E1971F5}" destId="{C74AD424-AA85-46E9-A685-14D3313C76CC}" srcOrd="2" destOrd="0" presId="urn:microsoft.com/office/officeart/2018/5/layout/IconCircleLabelList"/>
    <dgm:cxn modelId="{98EB0F05-7B5F-4381-8867-1FE021A8FF4A}" type="presParOf" srcId="{D62A1BD7-3F48-4EF7-A7E6-87397E1971F5}" destId="{A397E948-BA7D-45EC-831D-2029C20651E5}" srcOrd="3" destOrd="0" presId="urn:microsoft.com/office/officeart/2018/5/layout/IconCircleLabelList"/>
    <dgm:cxn modelId="{21118EBC-7DDB-4CDE-8E4A-85DD3E9592E1}" type="presParOf" srcId="{EBEC1A25-5F01-486E-9D25-AA5344E35270}" destId="{64F8D43D-0D05-4E62-9273-73419D32B79F}" srcOrd="3" destOrd="0" presId="urn:microsoft.com/office/officeart/2018/5/layout/IconCircleLabelList"/>
    <dgm:cxn modelId="{3918F399-5DCD-4317-A81C-D2E4120AC4E1}" type="presParOf" srcId="{EBEC1A25-5F01-486E-9D25-AA5344E35270}" destId="{1D5F0D8E-36A0-4F1F-B7FD-AC6E5FC7A2F9}" srcOrd="4" destOrd="0" presId="urn:microsoft.com/office/officeart/2018/5/layout/IconCircleLabelList"/>
    <dgm:cxn modelId="{68B40517-AA1B-4047-95A3-F2EC5EDD8278}" type="presParOf" srcId="{1D5F0D8E-36A0-4F1F-B7FD-AC6E5FC7A2F9}" destId="{54BC47A0-EE96-4F3D-BC45-8CA8D8808653}" srcOrd="0" destOrd="0" presId="urn:microsoft.com/office/officeart/2018/5/layout/IconCircleLabelList"/>
    <dgm:cxn modelId="{0B6A8E12-B401-4FB3-8149-1DC6F3706310}" type="presParOf" srcId="{1D5F0D8E-36A0-4F1F-B7FD-AC6E5FC7A2F9}" destId="{BA4C5E3A-89A5-4264-9E8A-6E77237E2D62}" srcOrd="1" destOrd="0" presId="urn:microsoft.com/office/officeart/2018/5/layout/IconCircleLabelList"/>
    <dgm:cxn modelId="{F255BF92-6220-4018-AA81-AC7A1C1F4A6F}" type="presParOf" srcId="{1D5F0D8E-36A0-4F1F-B7FD-AC6E5FC7A2F9}" destId="{48F2FC6E-29A4-4F41-AE88-2DF86A1300D1}" srcOrd="2" destOrd="0" presId="urn:microsoft.com/office/officeart/2018/5/layout/IconCircleLabelList"/>
    <dgm:cxn modelId="{A3AF0139-0AC9-418E-AA6F-68D3796ED34A}" type="presParOf" srcId="{1D5F0D8E-36A0-4F1F-B7FD-AC6E5FC7A2F9}" destId="{845C32FA-31D5-4DDF-93FD-E0E19497F8CE}" srcOrd="3" destOrd="0" presId="urn:microsoft.com/office/officeart/2018/5/layout/IconCircleLabelList"/>
    <dgm:cxn modelId="{6B6204E3-A155-43EB-AAC5-9A633943E727}" type="presParOf" srcId="{EBEC1A25-5F01-486E-9D25-AA5344E35270}" destId="{7F0CFCC1-A782-4315-8F1A-77CAF951F272}" srcOrd="5" destOrd="0" presId="urn:microsoft.com/office/officeart/2018/5/layout/IconCircleLabelList"/>
    <dgm:cxn modelId="{F12648AC-3DF5-4256-BA35-CDF2D85EB756}" type="presParOf" srcId="{EBEC1A25-5F01-486E-9D25-AA5344E35270}" destId="{1A349FDF-DA3A-4381-880B-C47D532976AB}" srcOrd="6" destOrd="0" presId="urn:microsoft.com/office/officeart/2018/5/layout/IconCircleLabelList"/>
    <dgm:cxn modelId="{BEA8302D-6F39-4412-81ED-BAFE6A32ED96}" type="presParOf" srcId="{1A349FDF-DA3A-4381-880B-C47D532976AB}" destId="{B8F16542-63E2-490E-8331-3D0C095CA741}" srcOrd="0" destOrd="0" presId="urn:microsoft.com/office/officeart/2018/5/layout/IconCircleLabelList"/>
    <dgm:cxn modelId="{D63C28C8-E9F1-4C5F-895B-CE737B307432}" type="presParOf" srcId="{1A349FDF-DA3A-4381-880B-C47D532976AB}" destId="{C479D4A6-9682-49B9-A55A-B82816E6C31F}" srcOrd="1" destOrd="0" presId="urn:microsoft.com/office/officeart/2018/5/layout/IconCircleLabelList"/>
    <dgm:cxn modelId="{D2FB42AA-4994-4BC5-A9ED-642459773023}" type="presParOf" srcId="{1A349FDF-DA3A-4381-880B-C47D532976AB}" destId="{BE9595A3-1F1B-46D1-980B-6063BB2A9CED}" srcOrd="2" destOrd="0" presId="urn:microsoft.com/office/officeart/2018/5/layout/IconCircleLabelList"/>
    <dgm:cxn modelId="{E50E6A4A-DD76-4BA2-8400-9ECEE5417E05}" type="presParOf" srcId="{1A349FDF-DA3A-4381-880B-C47D532976AB}" destId="{35E27F45-0D97-4BC0-967C-63D639B1798A}" srcOrd="3" destOrd="0" presId="urn:microsoft.com/office/officeart/2018/5/layout/IconCircleLabelList"/>
    <dgm:cxn modelId="{32EEEB8C-136E-43F2-8107-1ED8EB97BDD2}" type="presParOf" srcId="{EBEC1A25-5F01-486E-9D25-AA5344E35270}" destId="{E9489BF0-0174-4D52-ACFA-EB6AB647516E}" srcOrd="7" destOrd="0" presId="urn:microsoft.com/office/officeart/2018/5/layout/IconCircleLabelList"/>
    <dgm:cxn modelId="{05B8973E-1113-4FFF-A024-8DD12EA134E2}" type="presParOf" srcId="{EBEC1A25-5F01-486E-9D25-AA5344E35270}" destId="{B3E19A7F-B51F-426C-A89B-B7B9A0B9C5FD}" srcOrd="8" destOrd="0" presId="urn:microsoft.com/office/officeart/2018/5/layout/IconCircleLabelList"/>
    <dgm:cxn modelId="{3F4B9B11-B913-4994-848C-772693469259}" type="presParOf" srcId="{B3E19A7F-B51F-426C-A89B-B7B9A0B9C5FD}" destId="{17B9AB38-9463-4E6E-96D2-B6DD8B0E065A}" srcOrd="0" destOrd="0" presId="urn:microsoft.com/office/officeart/2018/5/layout/IconCircleLabelList"/>
    <dgm:cxn modelId="{41606AE8-825F-4D05-8074-7049D72695BF}" type="presParOf" srcId="{B3E19A7F-B51F-426C-A89B-B7B9A0B9C5FD}" destId="{4CDB77A7-3689-470B-975C-0A4CB585BEE9}" srcOrd="1" destOrd="0" presId="urn:microsoft.com/office/officeart/2018/5/layout/IconCircleLabelList"/>
    <dgm:cxn modelId="{54A31BC1-4677-45EF-BFDD-F028445E42F0}" type="presParOf" srcId="{B3E19A7F-B51F-426C-A89B-B7B9A0B9C5FD}" destId="{8879AFD1-9E7E-47BD-A56F-8A4EEF67E30B}" srcOrd="2" destOrd="0" presId="urn:microsoft.com/office/officeart/2018/5/layout/IconCircleLabelList"/>
    <dgm:cxn modelId="{C4CA6CEE-F320-4172-92C4-4736E4562A07}" type="presParOf" srcId="{B3E19A7F-B51F-426C-A89B-B7B9A0B9C5FD}" destId="{6B0E606A-FD01-48A4-A439-F4402DB3281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7C68E-A45C-453C-BD09-39C41721A07C}">
      <dsp:nvSpPr>
        <dsp:cNvPr id="0" name=""/>
        <dsp:cNvSpPr/>
      </dsp:nvSpPr>
      <dsp:spPr>
        <a:xfrm>
          <a:off x="478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46CFF-EFBC-4758-B93D-B76D62DD0930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9D990B-E3A9-4FE6-B808-1910EA1EE4F0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What is ADR</a:t>
          </a:r>
        </a:p>
      </dsp:txBody>
      <dsp:txXfrm>
        <a:off x="127800" y="2535669"/>
        <a:ext cx="1800000" cy="720000"/>
      </dsp:txXfrm>
    </dsp:sp>
    <dsp:sp modelId="{FBC5342D-1F72-4A27-8057-1F9CC91CDEB5}">
      <dsp:nvSpPr>
        <dsp:cNvPr id="0" name=""/>
        <dsp:cNvSpPr/>
      </dsp:nvSpPr>
      <dsp:spPr>
        <a:xfrm>
          <a:off x="2593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8E3805-44F5-4EE8-95CA-878E5924ED80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7E948-BA7D-45EC-831D-2029C20651E5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How it works</a:t>
          </a:r>
        </a:p>
      </dsp:txBody>
      <dsp:txXfrm>
        <a:off x="2242800" y="2535669"/>
        <a:ext cx="1800000" cy="720000"/>
      </dsp:txXfrm>
    </dsp:sp>
    <dsp:sp modelId="{54BC47A0-EE96-4F3D-BC45-8CA8D8808653}">
      <dsp:nvSpPr>
        <dsp:cNvPr id="0" name=""/>
        <dsp:cNvSpPr/>
      </dsp:nvSpPr>
      <dsp:spPr>
        <a:xfrm>
          <a:off x="4708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C5E3A-89A5-4264-9E8A-6E77237E2D62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C32FA-31D5-4DDF-93FD-E0E19497F8CE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Benefits</a:t>
          </a:r>
        </a:p>
      </dsp:txBody>
      <dsp:txXfrm>
        <a:off x="4357800" y="2535669"/>
        <a:ext cx="1800000" cy="720000"/>
      </dsp:txXfrm>
    </dsp:sp>
    <dsp:sp modelId="{B8F16542-63E2-490E-8331-3D0C095CA741}">
      <dsp:nvSpPr>
        <dsp:cNvPr id="0" name=""/>
        <dsp:cNvSpPr/>
      </dsp:nvSpPr>
      <dsp:spPr>
        <a:xfrm>
          <a:off x="6823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79D4A6-9682-49B9-A55A-B82816E6C31F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27F45-0D97-4BC0-967C-63D639B1798A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Trade-Offs</a:t>
          </a:r>
        </a:p>
      </dsp:txBody>
      <dsp:txXfrm>
        <a:off x="6472800" y="2535669"/>
        <a:ext cx="1800000" cy="720000"/>
      </dsp:txXfrm>
    </dsp:sp>
    <dsp:sp modelId="{17B9AB38-9463-4E6E-96D2-B6DD8B0E065A}">
      <dsp:nvSpPr>
        <dsp:cNvPr id="0" name=""/>
        <dsp:cNvSpPr/>
      </dsp:nvSpPr>
      <dsp:spPr>
        <a:xfrm>
          <a:off x="8938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DB77A7-3689-470B-975C-0A4CB585BEE9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0E606A-FD01-48A4-A439-F4402DB3281E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Demo</a:t>
          </a:r>
        </a:p>
      </dsp:txBody>
      <dsp:txXfrm>
        <a:off x="8587800" y="2535669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575A9-5056-4A15-A756-B4D33948FAD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25B77-6EB4-4B9D-AA80-95CB3C010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69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25B77-6EB4-4B9D-AA80-95CB3C0105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86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0E390-E6A8-F270-0848-7C04E2EBE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8FDA6-AF7B-5A01-CA53-67360E923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C80327-5539-2D0A-1D0C-32AA0DF5B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BC117-7C71-A2BE-A634-198E50C296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20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25B77-6EB4-4B9D-AA80-95CB3C01051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81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D8A43-AD60-B46A-58C5-B5522598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068EA-5060-4037-DEBE-8E84B61AD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17E5E-3F0F-1728-2DD4-421A7CE4E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54364-5F5B-609C-2793-D0E1DFC36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25B77-6EB4-4B9D-AA80-95CB3C01051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47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25B77-6EB4-4B9D-AA80-95CB3C01051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88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41B4B-7AB8-201D-73BB-68C406811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1F5F8-68A7-DE66-01CC-D30E59F71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39C53-CFE8-C416-261B-24EC074C7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73A3-C12F-7D19-C051-2BF7C69A3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25B77-6EB4-4B9D-AA80-95CB3C01051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40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7F76-41ED-4963-EA65-F3245BB1F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F5A6C-2538-500B-B620-E06E4C539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35D3F-5BD7-9560-CE2C-F812CF7C4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F1F9-A2FA-4266-A6EF-28D391E09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D39D4-00A0-B1E0-F1BB-F149D814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70ADF-923A-C4DA-A2C0-600F0699A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FE4A-4B75-486D-809C-B56E49AFC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37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14241-3457-61DF-F831-FF27258A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068A4-69D8-6DFA-9699-7945ECDE1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96E1D-B75E-F401-1769-D4C4BFC4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F1F9-A2FA-4266-A6EF-28D391E09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4F430-214F-0B57-0FB3-3A1CFA42A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CBE27-89FE-74E2-DD04-761E8B4A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FE4A-4B75-486D-809C-B56E49AFC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8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7F8F-1B67-D468-C4BF-F4B4AF74F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6E3EE-733D-F160-7FCC-5ED1A4BC0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E30D3-F35F-9591-D2E2-B94034649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F1F9-A2FA-4266-A6EF-28D391E09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58285-8395-2ECD-F8C9-7900D823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D6D6B-2E49-4B48-A9C2-704A7F0B3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FE4A-4B75-486D-809C-B56E49AFC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69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65E4-166B-353F-6995-07A8723C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C980C-A027-1BFD-8165-896EC2EA3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46A64-C796-50AF-3178-73472C108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988DF-10F1-0305-AB0E-142A778BE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F1F9-A2FA-4266-A6EF-28D391E09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35B1A-565F-DB35-2127-3977B50D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9E96A-A9EE-88D8-EBE1-6AA6EB7A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FE4A-4B75-486D-809C-B56E49AFC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9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5B58-C53F-50AB-0D08-4D3950739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15FF1-B8A6-E752-A221-E0BE95710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546EB-5D57-4749-E5F8-461769ACE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628F66-9715-4FE5-EBD9-CFA393355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2B287-6E11-DDD9-1A6E-01BDD54C3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0B4D61-A13D-BC71-FC5A-99AEEA0AB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F1F9-A2FA-4266-A6EF-28D391E09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9665F1-1BBF-B73A-1BB7-A9BE1615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F7314C-89B0-9E1B-AD4D-140FF7700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FE4A-4B75-486D-809C-B56E49AFC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76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EC6DF-4719-A6C8-CA6F-B705F5C56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71BDD-9022-0B76-C113-B9267FDE8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F1F9-A2FA-4266-A6EF-28D391E09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17B82-3429-07CE-6CBE-035EB14E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6FD1E-B894-1DB2-2E74-040C3BB4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FE4A-4B75-486D-809C-B56E49AFC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60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ED5B23-F4F7-0536-513C-9A9E049AE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F1F9-A2FA-4266-A6EF-28D391E09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6EE209-34DD-E822-0537-527B8B773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86395-3F7B-959D-EC7D-F5B577846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FE4A-4B75-486D-809C-B56E49AFC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22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4EE84-5A79-FE72-F9D0-172BB51F3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58EC3-AA9F-C878-C6DF-CB9D07679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A9EA8-2F9D-13EC-4611-18CEF2716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B99BF-69AA-D30F-BFCB-6BDB227DB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F1F9-A2FA-4266-A6EF-28D391E09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DE00B-3E2E-481F-DE34-F0CFD4DDF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29DA6-09C2-8065-932C-8600BE924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FE4A-4B75-486D-809C-B56E49AFC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1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F5B78-2799-2B82-60FA-B82A79A8D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4F0284-06A4-8A53-6CC7-813E3F841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FCDD1-AB9A-F418-8D91-4679C2822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91284-858E-F743-E9B3-E15460CF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F1F9-A2FA-4266-A6EF-28D391E09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D3043-60CA-0EBA-AFCA-3DE27C235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CF36A-84C3-6D03-DB23-BFACC4B21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FE4A-4B75-486D-809C-B56E49AFC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02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D684-4364-9185-A8B0-DD17CF970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FAAD2-2F0E-3E7E-F717-DA313CC99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AC1B8-9F96-3D15-ACE5-A43B7C183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F1F9-A2FA-4266-A6EF-28D391E09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F711B-5E76-30CD-B294-DEA0F149F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5BBF-88ED-A2C0-0351-BCCC5A42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FE4A-4B75-486D-809C-B56E49AFC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078489-BBF1-2686-F375-5F52EDF75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40B55-367E-9B27-3D07-8872F2F71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2315E-5F58-281C-130A-7E09F1C9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F1F9-A2FA-4266-A6EF-28D391E09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93865-BF8E-FB4C-1316-B471074B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4111A-548E-CB0F-B434-B94307D3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FE4A-4B75-486D-809C-B56E49AFC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52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8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645CE8-C17E-92BD-FB8F-8CD9EEC8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83D6B-87B0-153C-C010-914B3A640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D10A9-2C81-0244-A3F5-1CC21DE87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5F1F9-A2FA-4266-A6EF-28D391E09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08C18-E043-829B-9964-0556960E5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F6526-3E2D-AA0E-74B1-8ADC79167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CFE4A-4B75-486D-809C-B56E49AFC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14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gohigh.substack.com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linkedin.com/in/haripriya-naidu1215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microsoft.com/en-us/research/publication/constant-time-recovery-in-azure-sql-database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ql/relational-databases/accelerated-database-recovery-troubleshoot?view=sql-server-ver17&amp;tabs=sql-server-sql-mi" TargetMode="External"/><Relationship Id="rId2" Type="http://schemas.openxmlformats.org/officeDocument/2006/relationships/hyperlink" Target="https://learn.microsoft.com/en-us/sql/relational-databases/accelerated-database-recovery-concepts?view=sql-server-ver1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ro-iryiNkrg" TargetMode="External"/><Relationship Id="rId4" Type="http://schemas.openxmlformats.org/officeDocument/2006/relationships/hyperlink" Target="https://www.microsoft.com/en-us/research/publication/constant-time-recovery-in-azure-sql-databas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3B6CB-7E81-699E-8510-EF0005731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141413"/>
            <a:ext cx="10668000" cy="2387600"/>
          </a:xfrm>
        </p:spPr>
        <p:txBody>
          <a:bodyPr/>
          <a:lstStyle/>
          <a:p>
            <a:r>
              <a:rPr lang="en-US" dirty="0"/>
              <a:t>Accelerated Database Recovery (ADR)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06518-FE9B-F785-A331-3C07921D0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5352" y="5215366"/>
            <a:ext cx="5730240" cy="1040542"/>
          </a:xfrm>
        </p:spPr>
        <p:txBody>
          <a:bodyPr>
            <a:noAutofit/>
          </a:bodyPr>
          <a:lstStyle/>
          <a:p>
            <a:r>
              <a:rPr lang="en-US" dirty="0"/>
              <a:t>Haripriya Naidu</a:t>
            </a:r>
          </a:p>
          <a:p>
            <a:r>
              <a:rPr lang="en-US" dirty="0"/>
              <a:t>Lead Database Reliability Engineer</a:t>
            </a:r>
          </a:p>
          <a:p>
            <a:r>
              <a:rPr lang="en-US" dirty="0"/>
              <a:t>SQL Saturday Boston – October 3</a:t>
            </a:r>
            <a:r>
              <a:rPr lang="en-US" baseline="30000" dirty="0"/>
              <a:t>rd</a:t>
            </a:r>
            <a:r>
              <a:rPr lang="en-US" dirty="0"/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297676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804B-91B3-75BD-BEB6-D99366FE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Haripriya Naidu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FA6AF0-2CD8-5A8A-EC07-CE1D92F1F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Reliability Engineer</a:t>
            </a:r>
          </a:p>
          <a:p>
            <a:r>
              <a:rPr lang="en-US"/>
              <a:t>12 </a:t>
            </a:r>
            <a:r>
              <a:rPr lang="en-US" dirty="0"/>
              <a:t>years</a:t>
            </a:r>
          </a:p>
          <a:p>
            <a:r>
              <a:rPr lang="en-US" dirty="0"/>
              <a:t>Speaker</a:t>
            </a:r>
          </a:p>
          <a:p>
            <a:r>
              <a:rPr lang="en-US" dirty="0"/>
              <a:t>Blogger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dirty="0"/>
          </a:p>
        </p:txBody>
      </p:sp>
      <p:pic>
        <p:nvPicPr>
          <p:cNvPr id="9" name="Picture 8" descr="A blue and white rectangular sign with white text&#10;&#10;AI-generated content may be incorrect.">
            <a:extLst>
              <a:ext uri="{FF2B5EF4-FFF2-40B4-BE49-F238E27FC236}">
                <a16:creationId xmlns:a16="http://schemas.microsoft.com/office/drawing/2014/main" id="{F560CAE1-DF8F-5E25-E469-944EABCC6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909" y="1368335"/>
            <a:ext cx="1912621" cy="2955869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ED34A0A-413B-18D7-A7B6-9DA4657D1C7A}"/>
              </a:ext>
            </a:extLst>
          </p:cNvPr>
          <p:cNvSpPr txBox="1">
            <a:spLocks/>
          </p:cNvSpPr>
          <p:nvPr/>
        </p:nvSpPr>
        <p:spPr>
          <a:xfrm>
            <a:off x="1001769" y="3201552"/>
            <a:ext cx="8275841" cy="28590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fr-FR" sz="28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fr-FR" sz="28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fr-FR" sz="28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fr-FR" sz="2800" dirty="0">
              <a:solidFill>
                <a:schemeClr val="accent2">
                  <a:lumMod val="75000"/>
                </a:schemeClr>
              </a:solidFill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2800" dirty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+mj-cs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gohigh.substack.com</a:t>
            </a:r>
            <a:endParaRPr lang="fr-FR" sz="2800" dirty="0">
              <a:solidFill>
                <a:schemeClr val="accent3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fr-FR" sz="2800" dirty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fr-FR" sz="2800" dirty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+mj-cs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linkedin.com/in/haripriya-naidu1215/</a:t>
            </a:r>
            <a:endParaRPr lang="fr-FR" sz="2800" dirty="0">
              <a:solidFill>
                <a:schemeClr val="accent3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fr-FR" sz="2800" dirty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fr-FR" sz="2800" u="sng" dirty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github.com/haripriyasb/ADR</a:t>
            </a:r>
            <a:endParaRPr lang="en-US" u="sng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92F176-8ABB-6F1D-D255-8E4C8E0D0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527" y="5057328"/>
            <a:ext cx="254517" cy="2592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711CDD-21EF-A0B7-D87D-4579F8CF14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648" y="5487514"/>
            <a:ext cx="284071" cy="2592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6F52AA1-1FE6-17AD-E79D-721BBCBB85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648" y="4557735"/>
            <a:ext cx="254517" cy="25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05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C4B2-EFF8-D297-7344-FD7F1EEF3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03977-F427-3BDE-BF58-03DF96F45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4F426F-3BFE-2E04-7320-0423FE62E9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3275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64876-37AF-2941-3323-3D279FC31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BA72C-56AC-70A0-997F-9BB11C253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Pain point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0CBB37-968E-6ED8-CDF5-957427407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72" y="1903751"/>
            <a:ext cx="5940938" cy="2585543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C985190-E85A-7C84-098E-13C12934F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625" y="1822042"/>
            <a:ext cx="4657029" cy="476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76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D3E50-9A41-7564-D073-F8CBC40B8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Recovery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AC8CC-30B3-464C-66C7-DA3AD67FF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31296" cy="4767199"/>
          </a:xfrm>
        </p:spPr>
        <p:txBody>
          <a:bodyPr/>
          <a:lstStyle/>
          <a:p>
            <a:r>
              <a:rPr lang="en-US" dirty="0"/>
              <a:t>ARIES Model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450A88-B2F6-F9D7-78A9-1AD267536215}"/>
              </a:ext>
            </a:extLst>
          </p:cNvPr>
          <p:cNvCxnSpPr>
            <a:cxnSpLocks/>
          </p:cNvCxnSpPr>
          <p:nvPr/>
        </p:nvCxnSpPr>
        <p:spPr>
          <a:xfrm>
            <a:off x="2441448" y="2542032"/>
            <a:ext cx="0" cy="26791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9C7B40-73AE-C180-4E51-4E64E23A5050}"/>
              </a:ext>
            </a:extLst>
          </p:cNvPr>
          <p:cNvCxnSpPr>
            <a:cxnSpLocks/>
          </p:cNvCxnSpPr>
          <p:nvPr/>
        </p:nvCxnSpPr>
        <p:spPr>
          <a:xfrm>
            <a:off x="2441448" y="5221224"/>
            <a:ext cx="54498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65A1C0-A99A-ECCB-8A13-9CA208D6DE2D}"/>
              </a:ext>
            </a:extLst>
          </p:cNvPr>
          <p:cNvCxnSpPr>
            <a:cxnSpLocks/>
          </p:cNvCxnSpPr>
          <p:nvPr/>
        </p:nvCxnSpPr>
        <p:spPr>
          <a:xfrm>
            <a:off x="3346704" y="2542032"/>
            <a:ext cx="0" cy="26791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A86C5B-109D-1F2C-7779-5F47441D7A6C}"/>
              </a:ext>
            </a:extLst>
          </p:cNvPr>
          <p:cNvCxnSpPr>
            <a:cxnSpLocks/>
          </p:cNvCxnSpPr>
          <p:nvPr/>
        </p:nvCxnSpPr>
        <p:spPr>
          <a:xfrm>
            <a:off x="6096000" y="2542032"/>
            <a:ext cx="0" cy="26791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DEC5E2-7637-E175-C573-B00BCC1FD902}"/>
              </a:ext>
            </a:extLst>
          </p:cNvPr>
          <p:cNvCxnSpPr>
            <a:cxnSpLocks/>
          </p:cNvCxnSpPr>
          <p:nvPr/>
        </p:nvCxnSpPr>
        <p:spPr>
          <a:xfrm>
            <a:off x="7891272" y="2542032"/>
            <a:ext cx="0" cy="26791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D86E2B-03ED-A7E1-FFE4-54A48ADD7C01}"/>
              </a:ext>
            </a:extLst>
          </p:cNvPr>
          <p:cNvCxnSpPr>
            <a:cxnSpLocks/>
          </p:cNvCxnSpPr>
          <p:nvPr/>
        </p:nvCxnSpPr>
        <p:spPr>
          <a:xfrm>
            <a:off x="6096000" y="2852928"/>
            <a:ext cx="1795272" cy="0"/>
          </a:xfrm>
          <a:prstGeom prst="straightConnector1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620C40-ED83-556E-6ED5-259C5605AB0D}"/>
              </a:ext>
            </a:extLst>
          </p:cNvPr>
          <p:cNvCxnSpPr>
            <a:cxnSpLocks/>
          </p:cNvCxnSpPr>
          <p:nvPr/>
        </p:nvCxnSpPr>
        <p:spPr>
          <a:xfrm>
            <a:off x="3346704" y="3453384"/>
            <a:ext cx="4544568" cy="0"/>
          </a:xfrm>
          <a:prstGeom prst="straightConnector1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19DF3B-1ED6-3F5A-F2AE-793A80841A66}"/>
              </a:ext>
            </a:extLst>
          </p:cNvPr>
          <p:cNvCxnSpPr>
            <a:cxnSpLocks/>
          </p:cNvCxnSpPr>
          <p:nvPr/>
        </p:nvCxnSpPr>
        <p:spPr>
          <a:xfrm flipH="1">
            <a:off x="2441448" y="4361688"/>
            <a:ext cx="5449824" cy="0"/>
          </a:xfrm>
          <a:prstGeom prst="straightConnector1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5E52D63-556B-74E5-EA25-24B0A411CFA0}"/>
              </a:ext>
            </a:extLst>
          </p:cNvPr>
          <p:cNvSpPr txBox="1"/>
          <p:nvPr/>
        </p:nvSpPr>
        <p:spPr>
          <a:xfrm>
            <a:off x="6432804" y="2124160"/>
            <a:ext cx="1344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Phase 1: Analysis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497936-E81E-E9BE-3E29-717909F7FEB8}"/>
              </a:ext>
            </a:extLst>
          </p:cNvPr>
          <p:cNvSpPr txBox="1"/>
          <p:nvPr/>
        </p:nvSpPr>
        <p:spPr>
          <a:xfrm>
            <a:off x="4044697" y="2956299"/>
            <a:ext cx="175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Phase 2: Redo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558C5B-B568-1C1E-55A6-FD8B24C141BE}"/>
              </a:ext>
            </a:extLst>
          </p:cNvPr>
          <p:cNvSpPr txBox="1"/>
          <p:nvPr/>
        </p:nvSpPr>
        <p:spPr>
          <a:xfrm>
            <a:off x="4044697" y="3876628"/>
            <a:ext cx="1740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Phase3: Undo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BB6B71-38AF-7802-5A0B-8FF04DB4D093}"/>
              </a:ext>
            </a:extLst>
          </p:cNvPr>
          <p:cNvSpPr txBox="1"/>
          <p:nvPr/>
        </p:nvSpPr>
        <p:spPr>
          <a:xfrm>
            <a:off x="1755647" y="5248685"/>
            <a:ext cx="1124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Log </a:t>
            </a:r>
          </a:p>
          <a:p>
            <a:pPr algn="ctr"/>
            <a:r>
              <a:rPr lang="en-US" dirty="0"/>
              <a:t>Start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92A793-381E-F43C-6A49-33D3410BF568}"/>
              </a:ext>
            </a:extLst>
          </p:cNvPr>
          <p:cNvSpPr txBox="1"/>
          <p:nvPr/>
        </p:nvSpPr>
        <p:spPr>
          <a:xfrm>
            <a:off x="7214616" y="5283232"/>
            <a:ext cx="112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 End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2EF517-776B-B904-E81F-1F3FAE5766F9}"/>
              </a:ext>
            </a:extLst>
          </p:cNvPr>
          <p:cNvSpPr txBox="1"/>
          <p:nvPr/>
        </p:nvSpPr>
        <p:spPr>
          <a:xfrm>
            <a:off x="2430779" y="5263902"/>
            <a:ext cx="210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Oldest uncommitted Tx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924DBE-0557-5AA5-0505-2EB030D91350}"/>
              </a:ext>
            </a:extLst>
          </p:cNvPr>
          <p:cNvSpPr txBox="1"/>
          <p:nvPr/>
        </p:nvSpPr>
        <p:spPr>
          <a:xfrm>
            <a:off x="5533644" y="5303661"/>
            <a:ext cx="1424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Checkpoint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02BF6B-11C5-D835-FACE-1ED15917B397}"/>
              </a:ext>
            </a:extLst>
          </p:cNvPr>
          <p:cNvSpPr txBox="1"/>
          <p:nvPr/>
        </p:nvSpPr>
        <p:spPr>
          <a:xfrm>
            <a:off x="7973568" y="2229029"/>
            <a:ext cx="41864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Scans forward from the last checkpoint to identify what belongs to the Redo and Undo processes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C9184C-BB55-2B52-EAF8-C138571D1868}"/>
              </a:ext>
            </a:extLst>
          </p:cNvPr>
          <p:cNvSpPr txBox="1"/>
          <p:nvPr/>
        </p:nvSpPr>
        <p:spPr>
          <a:xfrm>
            <a:off x="8005572" y="3249311"/>
            <a:ext cx="2627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Commit to data pages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D9BBD4-C57C-1D58-5B18-BE60AB2FF497}"/>
              </a:ext>
            </a:extLst>
          </p:cNvPr>
          <p:cNvSpPr txBox="1"/>
          <p:nvPr/>
        </p:nvSpPr>
        <p:spPr>
          <a:xfrm>
            <a:off x="8005571" y="4111847"/>
            <a:ext cx="299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Rollback uncommitted Tx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9F782F-7B3F-F7A5-B207-B008B50BB7F8}"/>
              </a:ext>
            </a:extLst>
          </p:cNvPr>
          <p:cNvSpPr txBox="1"/>
          <p:nvPr/>
        </p:nvSpPr>
        <p:spPr>
          <a:xfrm>
            <a:off x="8804912" y="5349827"/>
            <a:ext cx="3164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DB is available only after UNDO finishes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ED2011E-800A-8AC1-2DA5-21FCC81B59DB}"/>
              </a:ext>
            </a:extLst>
          </p:cNvPr>
          <p:cNvSpPr/>
          <p:nvPr/>
        </p:nvSpPr>
        <p:spPr>
          <a:xfrm>
            <a:off x="2441445" y="3797795"/>
            <a:ext cx="5449824" cy="96622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2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5" grpId="0"/>
      <p:bldP spid="36" grpId="0"/>
      <p:bldP spid="38" grpId="0"/>
      <p:bldP spid="42" grpId="0"/>
      <p:bldP spid="44" grpId="0"/>
      <p:bldP spid="46" grpId="0"/>
      <p:bldP spid="48" grpId="0"/>
      <p:bldP spid="50" grpId="0"/>
      <p:bldP spid="51" grpId="0"/>
      <p:bldP spid="5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2876" y="228600"/>
            <a:ext cx="2743200" cy="594360"/>
          </a:xfrm>
          <a:prstGeom prst="roundRect">
            <a:avLst>
              <a:gd name="adj" fmla="val 46154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722876" y="228600"/>
            <a:ext cx="2743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restart / crash occurs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4476" y="822960"/>
            <a:ext cx="9144" cy="18288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80160" y="1005840"/>
            <a:ext cx="9601200" cy="1325880"/>
          </a:xfrm>
          <a:prstGeom prst="rect">
            <a:avLst/>
          </a:prstGeom>
          <a:solidFill>
            <a:srgbClr val="FFFACD"/>
          </a:solidFill>
          <a:ln w="12700">
            <a:solidFill>
              <a:srgbClr val="E6D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371600" y="1033272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Phase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32588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554480" y="1325880"/>
            <a:ext cx="35661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scan of transaction log from last successful checkpoint or oldest dirty page LSN, to the end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20640" y="1760220"/>
            <a:ext cx="640080" cy="914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60720" y="132588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760720" y="1325880"/>
            <a:ext cx="35661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state of each transaction at the time engine stopped: committed vs still active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94476" y="2331720"/>
            <a:ext cx="9144" cy="18288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80160" y="2514600"/>
            <a:ext cx="9601200" cy="1325880"/>
          </a:xfrm>
          <a:prstGeom prst="rect">
            <a:avLst/>
          </a:prstGeom>
          <a:solidFill>
            <a:srgbClr val="FFFACD"/>
          </a:solidFill>
          <a:ln w="12700">
            <a:solidFill>
              <a:srgbClr val="E6D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371600" y="2542032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 Phase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54480" y="283464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554480" y="2834640"/>
            <a:ext cx="35661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scan of transaction log from oldest uncommitted transaction to the end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3268980"/>
            <a:ext cx="640080" cy="914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60720" y="283464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760720" y="2834640"/>
            <a:ext cx="35661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 all committed operations to restore database to state at time of crash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94476" y="3840480"/>
            <a:ext cx="9144" cy="18288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80160" y="4023360"/>
            <a:ext cx="9601200" cy="1051560"/>
          </a:xfrm>
          <a:prstGeom prst="rect">
            <a:avLst/>
          </a:prstGeom>
          <a:solidFill>
            <a:srgbClr val="FFFACD"/>
          </a:solidFill>
          <a:ln w="12700">
            <a:solidFill>
              <a:srgbClr val="E6D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371600" y="4050792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Phase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54480" y="4315968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554480" y="4315968"/>
            <a:ext cx="2651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transaction active at crash 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0" y="4636008"/>
            <a:ext cx="228600" cy="914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34840" y="4315968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434840" y="4315968"/>
            <a:ext cx="2651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Traverse log backward for that transaction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86600" y="4636008"/>
            <a:ext cx="228600" cy="914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0" y="4315968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315200" y="4315968"/>
            <a:ext cx="2651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the operations it performed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H="1">
            <a:off x="3703320" y="5074920"/>
            <a:ext cx="2391156" cy="36576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94476" y="5074920"/>
            <a:ext cx="2043684" cy="32004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331720" y="544068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233172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comes online only after Undo phase completes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539496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309360" y="5394960"/>
            <a:ext cx="36576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time is roughly proportional to the size of the longest active transaction. Log can't be truncated while long-running transactions are active, since their log records are needed for redo/undo.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C721F-9540-F4D2-7469-27993D297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07A2-39EA-40C0-CE47-745FAD8B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DB132-07D1-21B4-558D-CAD8DA0B0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New database engine feature starting SQL 2019</a:t>
            </a:r>
          </a:p>
          <a:p>
            <a:r>
              <a:rPr lang="en-US" dirty="0"/>
              <a:t>Available in both Standard or Enterprise editions</a:t>
            </a:r>
          </a:p>
          <a:p>
            <a:r>
              <a:rPr lang="en-US" b="1" dirty="0"/>
              <a:t>Disabled by default in SQL Server</a:t>
            </a:r>
          </a:p>
          <a:p>
            <a:r>
              <a:rPr lang="en-US" b="1" dirty="0">
                <a:solidFill>
                  <a:srgbClr val="1A1A2E"/>
                </a:solidFill>
              </a:rPr>
              <a:t>Enabled by default </a:t>
            </a:r>
            <a:r>
              <a:rPr lang="en-US" dirty="0"/>
              <a:t>in Azure SQL Database, Azure SQL Managed Instance, and SQL database in Fabric</a:t>
            </a:r>
          </a:p>
          <a:p>
            <a:r>
              <a:rPr lang="en-US" dirty="0"/>
              <a:t>Speeds up the database availability by redesigning the recovery process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Fast and Consistent Database Recovery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Instantaneous Transaction Rollback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Aggressive Log Truncation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42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29E8-B270-A799-3CB1-D1C0DE2C5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ADR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DB7F5-A0B6-3C8A-EEB9-C16678E9D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Exclusive access to the database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ALTER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DATABASE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ADR_Demo_On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ACCELERATED_DATABASE_RECOVERY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rgbClr val="80808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is_accelerated_database_recovery_on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FF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FF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databases</a:t>
            </a:r>
            <a:r>
              <a:rPr lang="en-US" sz="2800" dirty="0">
                <a:solidFill>
                  <a:srgbClr val="00FF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07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7518-0011-1133-A3A9-288BE6A8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Recovery with ADR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F3821F-D7C4-072F-9D8B-47366A34C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298" y="1546570"/>
            <a:ext cx="8753706" cy="505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00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4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- Recovery Process 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46304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25296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restart / crash occurs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37360" y="1600200"/>
            <a:ext cx="22860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65960" y="777240"/>
            <a:ext cx="2103120" cy="5029200"/>
          </a:xfrm>
          <a:prstGeom prst="rect">
            <a:avLst/>
          </a:prstGeom>
          <a:solidFill>
            <a:srgbClr val="FFF7DC"/>
          </a:solidFill>
          <a:ln w="25400">
            <a:solidFill>
              <a:srgbClr val="E9A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0" y="822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PHASE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11430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12264" y="1179576"/>
            <a:ext cx="18105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scan of transaction log from last successful checkpoint (or oldest dirty-page LSN) to the end - same as traditional recovery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2697480"/>
            <a:ext cx="0" cy="13716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57400" y="283464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12264" y="2871216"/>
            <a:ext cx="18105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PLUS: reconstruct the SLOG secondary log stream by copying log records for non-versioned operations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17520" y="4389120"/>
            <a:ext cx="0" cy="13716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57400" y="452628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12264" y="4562856"/>
            <a:ext cx="181051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Active Transaction Table (ATT), identifying transactions active at crash time - not yet aborted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69080" y="1600200"/>
            <a:ext cx="22860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97680" y="777240"/>
            <a:ext cx="2103120" cy="5120640"/>
          </a:xfrm>
          <a:prstGeom prst="rect">
            <a:avLst/>
          </a:prstGeom>
          <a:solidFill>
            <a:srgbClr val="D6EAF8"/>
          </a:solidFill>
          <a:ln w="254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43400" y="822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 PHASE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114300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43984" y="1179576"/>
            <a:ext cx="18105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Subphase 1: redo from the SLOG’s oldest uncommitted transaction up to the last checkpoint - fast, few records to process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49240" y="2880360"/>
            <a:ext cx="0" cy="13716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89120" y="301752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43984" y="3054096"/>
            <a:ext cx="18105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Subphase 2: redo from the transaction log starting at the last successful checkpoint - not from the oldest uncommitted transaction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49240" y="4754880"/>
            <a:ext cx="0" cy="13716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89120" y="4892040"/>
            <a:ext cx="192024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43984" y="4928616"/>
            <a:ext cx="18105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recovery time is constant — not affected by the number or size of active transactions at crash time. Log is only processed from the last checkpoint, not the oldest active transaction.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6400800" y="1600200"/>
            <a:ext cx="22860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629400" y="777240"/>
            <a:ext cx="2468880" cy="5120640"/>
          </a:xfrm>
          <a:prstGeom prst="rect">
            <a:avLst/>
          </a:prstGeom>
          <a:solidFill>
            <a:srgbClr val="D8F5D0"/>
          </a:solidFill>
          <a:ln w="25400">
            <a:solidFill>
              <a:srgbClr val="E08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0" y="822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PHASE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(near-instantaneous)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123444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04304" y="1271016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every transaction in the ATT as ABORTED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 flipH="1">
            <a:off x="7223760" y="2148840"/>
            <a:ext cx="228600" cy="13716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75320" y="2148840"/>
            <a:ext cx="228600" cy="13716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720840" y="2286000"/>
            <a:ext cx="1234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75704" y="2322576"/>
            <a:ext cx="11247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ops: aborted transactions' row versions in the PVS are ignored by queries - no physical undo needed yet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8092440" y="2286000"/>
            <a:ext cx="914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147304" y="2322576"/>
            <a:ext cx="80467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Non-versioned ops: undo using the SLOG almost instantly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7315200" y="3749040"/>
            <a:ext cx="548640" cy="22860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H="1">
            <a:off x="8147304" y="3749040"/>
            <a:ext cx="402336" cy="265176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858000" y="3977640"/>
            <a:ext cx="2011680" cy="1234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31152" y="4014216"/>
            <a:ext cx="18653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comes online as soon as the Undo phase completes - not blocked by size or count of active transactions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869680" y="4572000"/>
            <a:ext cx="45720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326880" y="777240"/>
            <a:ext cx="2468880" cy="5120640"/>
          </a:xfrm>
          <a:prstGeom prst="rect">
            <a:avLst/>
          </a:prstGeom>
          <a:solidFill>
            <a:srgbClr val="E8FBFB"/>
          </a:solidFill>
          <a:ln w="254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372600" y="822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CLEANUP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(async, after online)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418320" y="1234440"/>
            <a:ext cx="2286000" cy="1005840"/>
          </a:xfrm>
          <a:prstGeom prst="rect">
            <a:avLst/>
          </a:prstGeom>
          <a:solidFill>
            <a:srgbClr val="F8D7DA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473184" y="1271016"/>
            <a:ext cx="217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Revert - async, runs in background after the database is already online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561320" y="2240280"/>
            <a:ext cx="0" cy="13716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418320" y="237744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473184" y="2414016"/>
            <a:ext cx="217627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the PVS to perform row-level, version-based undo for all aborted transactions - locks already released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561320" y="3840480"/>
            <a:ext cx="0" cy="13716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418320" y="3977640"/>
            <a:ext cx="2286000" cy="1188720"/>
          </a:xfrm>
          <a:prstGeom prst="rect">
            <a:avLst/>
          </a:prstGeom>
          <a:solidFill>
            <a:srgbClr val="E6D9F7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473184" y="4014216"/>
            <a:ext cx="21762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PVS Cleaner - async, periodic; removes obsolete/aborted row versions from the PVS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F93DA3-4976-8574-0166-4CF482277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F51783-A5B9-41B3-A8D3-239433C59C90}"/>
              </a:ext>
            </a:extLst>
          </p:cNvPr>
          <p:cNvSpPr/>
          <p:nvPr/>
        </p:nvSpPr>
        <p:spPr>
          <a:xfrm>
            <a:off x="4722876" y="228600"/>
            <a:ext cx="2743200" cy="594360"/>
          </a:xfrm>
          <a:prstGeom prst="roundRect">
            <a:avLst>
              <a:gd name="adj" fmla="val 46154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030174-5A97-CBCD-4B3C-C9EBCD09F929}"/>
              </a:ext>
            </a:extLst>
          </p:cNvPr>
          <p:cNvSpPr txBox="1"/>
          <p:nvPr/>
        </p:nvSpPr>
        <p:spPr>
          <a:xfrm>
            <a:off x="4722876" y="228600"/>
            <a:ext cx="2743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restart / crash occurs</a:t>
            </a:r>
            <a:endParaRPr lang="en-US" sz="1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C7BEB7A-6A8C-C395-FA7D-792C9AAB2638}"/>
              </a:ext>
            </a:extLst>
          </p:cNvPr>
          <p:cNvSpPr/>
          <p:nvPr/>
        </p:nvSpPr>
        <p:spPr>
          <a:xfrm>
            <a:off x="6094476" y="822960"/>
            <a:ext cx="9144" cy="18288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1ADD7E-B8C3-CD68-0D7F-89453C839591}"/>
              </a:ext>
            </a:extLst>
          </p:cNvPr>
          <p:cNvSpPr/>
          <p:nvPr/>
        </p:nvSpPr>
        <p:spPr>
          <a:xfrm>
            <a:off x="1280160" y="941832"/>
            <a:ext cx="10808208" cy="1389888"/>
          </a:xfrm>
          <a:prstGeom prst="rect">
            <a:avLst/>
          </a:prstGeom>
          <a:solidFill>
            <a:srgbClr val="FFFACD"/>
          </a:solidFill>
          <a:ln w="12700">
            <a:solidFill>
              <a:srgbClr val="E6D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AF1524-7DF8-084B-7092-37E5123A117B}"/>
              </a:ext>
            </a:extLst>
          </p:cNvPr>
          <p:cNvSpPr txBox="1"/>
          <p:nvPr/>
        </p:nvSpPr>
        <p:spPr>
          <a:xfrm>
            <a:off x="1371600" y="1033272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Phase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4CA9F01-57A2-B62E-3FD4-8C64AE265445}"/>
              </a:ext>
            </a:extLst>
          </p:cNvPr>
          <p:cNvSpPr/>
          <p:nvPr/>
        </p:nvSpPr>
        <p:spPr>
          <a:xfrm>
            <a:off x="1332738" y="1380744"/>
            <a:ext cx="2498598" cy="822960"/>
          </a:xfrm>
          <a:prstGeom prst="roundRect">
            <a:avLst>
              <a:gd name="adj" fmla="val 6316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7D4D547-B5FF-D681-0D0C-571CDAD4BD53}"/>
              </a:ext>
            </a:extLst>
          </p:cNvPr>
          <p:cNvSpPr txBox="1"/>
          <p:nvPr/>
        </p:nvSpPr>
        <p:spPr>
          <a:xfrm>
            <a:off x="1554480" y="1325880"/>
            <a:ext cx="21488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scan of transaction log from last successful checkpoint or oldest dirty page LSN, to the end</a:t>
            </a:r>
            <a:endParaRPr lang="en-US" sz="10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170A8D4-FF9A-5EE3-3812-D49BFD715047}"/>
              </a:ext>
            </a:extLst>
          </p:cNvPr>
          <p:cNvSpPr/>
          <p:nvPr/>
        </p:nvSpPr>
        <p:spPr>
          <a:xfrm>
            <a:off x="3835908" y="1760220"/>
            <a:ext cx="640080" cy="914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5FEACDD-ADF5-737F-9BFF-D89DD7A31A93}"/>
              </a:ext>
            </a:extLst>
          </p:cNvPr>
          <p:cNvSpPr/>
          <p:nvPr/>
        </p:nvSpPr>
        <p:spPr>
          <a:xfrm>
            <a:off x="4480560" y="1408176"/>
            <a:ext cx="2985516" cy="768096"/>
          </a:xfrm>
          <a:prstGeom prst="roundRect">
            <a:avLst>
              <a:gd name="adj" fmla="val 6316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632282-8789-287B-8BCB-AF125E604A23}"/>
              </a:ext>
            </a:extLst>
          </p:cNvPr>
          <p:cNvSpPr txBox="1"/>
          <p:nvPr/>
        </p:nvSpPr>
        <p:spPr>
          <a:xfrm>
            <a:off x="4297680" y="1335024"/>
            <a:ext cx="35661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SLOG – copy log records for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nonversioned</a:t>
            </a: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operations</a:t>
            </a:r>
            <a:endParaRPr lang="en-US" sz="10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8FDF7F0-0B25-BB4A-0029-994467FCCD3E}"/>
              </a:ext>
            </a:extLst>
          </p:cNvPr>
          <p:cNvSpPr/>
          <p:nvPr/>
        </p:nvSpPr>
        <p:spPr>
          <a:xfrm>
            <a:off x="6094476" y="2331720"/>
            <a:ext cx="9144" cy="18288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4EBB82F-FB2A-73C4-F268-E13EF60A4521}"/>
              </a:ext>
            </a:extLst>
          </p:cNvPr>
          <p:cNvSpPr/>
          <p:nvPr/>
        </p:nvSpPr>
        <p:spPr>
          <a:xfrm>
            <a:off x="1280160" y="2514600"/>
            <a:ext cx="9601200" cy="1325880"/>
          </a:xfrm>
          <a:prstGeom prst="rect">
            <a:avLst/>
          </a:prstGeom>
          <a:solidFill>
            <a:srgbClr val="FFFACD"/>
          </a:solidFill>
          <a:ln w="12700">
            <a:solidFill>
              <a:srgbClr val="E6D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7C93390-7FA9-C853-9AC4-34C41C0C1E18}"/>
              </a:ext>
            </a:extLst>
          </p:cNvPr>
          <p:cNvSpPr txBox="1"/>
          <p:nvPr/>
        </p:nvSpPr>
        <p:spPr>
          <a:xfrm>
            <a:off x="1371600" y="2542032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 Phase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75F17B1-56BE-9E6D-A462-D1F754F6F00B}"/>
              </a:ext>
            </a:extLst>
          </p:cNvPr>
          <p:cNvSpPr/>
          <p:nvPr/>
        </p:nvSpPr>
        <p:spPr>
          <a:xfrm>
            <a:off x="1554480" y="283464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FC4D8DC-106F-455B-F68F-A00EBE208FFA}"/>
              </a:ext>
            </a:extLst>
          </p:cNvPr>
          <p:cNvSpPr txBox="1"/>
          <p:nvPr/>
        </p:nvSpPr>
        <p:spPr>
          <a:xfrm>
            <a:off x="1554480" y="2834640"/>
            <a:ext cx="35661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Subpahes1: Redo from SLOG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From oldest uncommitted transaction to last checkpoint</a:t>
            </a:r>
            <a:endParaRPr lang="en-US" sz="10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E81A676-6C0B-86B5-9416-74A57F4C29F1}"/>
              </a:ext>
            </a:extLst>
          </p:cNvPr>
          <p:cNvSpPr/>
          <p:nvPr/>
        </p:nvSpPr>
        <p:spPr>
          <a:xfrm>
            <a:off x="5120640" y="3268980"/>
            <a:ext cx="640080" cy="914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7AE1CCA-B3D3-460C-ADE7-FB39438B2FA3}"/>
              </a:ext>
            </a:extLst>
          </p:cNvPr>
          <p:cNvSpPr/>
          <p:nvPr/>
        </p:nvSpPr>
        <p:spPr>
          <a:xfrm>
            <a:off x="5760720" y="283464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7FCD313-3C0E-96D9-F4F7-0AD5B1A7B37F}"/>
              </a:ext>
            </a:extLst>
          </p:cNvPr>
          <p:cNvSpPr txBox="1"/>
          <p:nvPr/>
        </p:nvSpPr>
        <p:spPr>
          <a:xfrm>
            <a:off x="5760720" y="2834640"/>
            <a:ext cx="35661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Subphase2: Redo from </a:t>
            </a:r>
            <a:r>
              <a:rPr lang="en-US" sz="10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Tlog</a:t>
            </a: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starting from last checkpoint</a:t>
            </a:r>
            <a:endParaRPr lang="en-US" sz="10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835615E-33D8-DAE8-68FF-5A3B15AA09BB}"/>
              </a:ext>
            </a:extLst>
          </p:cNvPr>
          <p:cNvSpPr/>
          <p:nvPr/>
        </p:nvSpPr>
        <p:spPr>
          <a:xfrm>
            <a:off x="6094476" y="3840480"/>
            <a:ext cx="9144" cy="18288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94F6F32-113A-E406-6A67-0F075F6EC114}"/>
              </a:ext>
            </a:extLst>
          </p:cNvPr>
          <p:cNvSpPr/>
          <p:nvPr/>
        </p:nvSpPr>
        <p:spPr>
          <a:xfrm>
            <a:off x="1280160" y="4023360"/>
            <a:ext cx="9601200" cy="1051560"/>
          </a:xfrm>
          <a:prstGeom prst="rect">
            <a:avLst/>
          </a:prstGeom>
          <a:solidFill>
            <a:srgbClr val="FFFACD"/>
          </a:solidFill>
          <a:ln w="12700">
            <a:solidFill>
              <a:srgbClr val="E6D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693C180-987C-6B69-1A31-DC589E9C53AA}"/>
              </a:ext>
            </a:extLst>
          </p:cNvPr>
          <p:cNvSpPr txBox="1"/>
          <p:nvPr/>
        </p:nvSpPr>
        <p:spPr>
          <a:xfrm>
            <a:off x="1371600" y="4050792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Phase - Instantaneous</a:t>
            </a: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BD54920-BAE3-5F0F-3CD0-84076CFFFFAE}"/>
              </a:ext>
            </a:extLst>
          </p:cNvPr>
          <p:cNvSpPr/>
          <p:nvPr/>
        </p:nvSpPr>
        <p:spPr>
          <a:xfrm>
            <a:off x="1554480" y="4315968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47DDC21-8AD3-ACE2-5F79-96529B9A0BA0}"/>
              </a:ext>
            </a:extLst>
          </p:cNvPr>
          <p:cNvSpPr txBox="1"/>
          <p:nvPr/>
        </p:nvSpPr>
        <p:spPr>
          <a:xfrm>
            <a:off x="1554480" y="4315968"/>
            <a:ext cx="2651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using SLOG + PVS in the background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1517A91-04C1-C608-4D54-997DB00B9B8B}"/>
              </a:ext>
            </a:extLst>
          </p:cNvPr>
          <p:cNvSpPr/>
          <p:nvPr/>
        </p:nvSpPr>
        <p:spPr>
          <a:xfrm>
            <a:off x="4206240" y="4636008"/>
            <a:ext cx="228600" cy="914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5C206A1-C6D9-50FE-932A-2F5F572653BE}"/>
              </a:ext>
            </a:extLst>
          </p:cNvPr>
          <p:cNvSpPr/>
          <p:nvPr/>
        </p:nvSpPr>
        <p:spPr>
          <a:xfrm>
            <a:off x="4434840" y="4315968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4D4293D-CF70-578F-9362-AB73146E0AF8}"/>
              </a:ext>
            </a:extLst>
          </p:cNvPr>
          <p:cNvSpPr txBox="1"/>
          <p:nvPr/>
        </p:nvSpPr>
        <p:spPr>
          <a:xfrm>
            <a:off x="4434840" y="4315968"/>
            <a:ext cx="2651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Traverse log backward for that transaction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55B5B56-68B3-0D5F-7814-BA80194C44F5}"/>
              </a:ext>
            </a:extLst>
          </p:cNvPr>
          <p:cNvSpPr/>
          <p:nvPr/>
        </p:nvSpPr>
        <p:spPr>
          <a:xfrm>
            <a:off x="7086600" y="4636008"/>
            <a:ext cx="228600" cy="914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AED337E-D7FA-D317-E5B9-FC8CA592A08E}"/>
              </a:ext>
            </a:extLst>
          </p:cNvPr>
          <p:cNvSpPr/>
          <p:nvPr/>
        </p:nvSpPr>
        <p:spPr>
          <a:xfrm>
            <a:off x="7315200" y="4315968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6D7C3C4-FA92-5C77-97B8-309CB0BDB257}"/>
              </a:ext>
            </a:extLst>
          </p:cNvPr>
          <p:cNvSpPr txBox="1"/>
          <p:nvPr/>
        </p:nvSpPr>
        <p:spPr>
          <a:xfrm>
            <a:off x="7315200" y="4315968"/>
            <a:ext cx="2651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the operations it performed</a:t>
            </a:r>
            <a:endParaRPr lang="en-US" sz="10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8458DB8-2F37-69AF-8605-C673EBC6FBBD}"/>
              </a:ext>
            </a:extLst>
          </p:cNvPr>
          <p:cNvSpPr/>
          <p:nvPr/>
        </p:nvSpPr>
        <p:spPr>
          <a:xfrm flipH="1">
            <a:off x="3703320" y="5074920"/>
            <a:ext cx="2391156" cy="36576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9956293-A28A-E729-ADFD-589B1FEEF5CD}"/>
              </a:ext>
            </a:extLst>
          </p:cNvPr>
          <p:cNvSpPr/>
          <p:nvPr/>
        </p:nvSpPr>
        <p:spPr>
          <a:xfrm>
            <a:off x="6094476" y="5074920"/>
            <a:ext cx="2043684" cy="32004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7FEEFCF-570C-8CDF-462E-403F6677E7C3}"/>
              </a:ext>
            </a:extLst>
          </p:cNvPr>
          <p:cNvSpPr/>
          <p:nvPr/>
        </p:nvSpPr>
        <p:spPr>
          <a:xfrm>
            <a:off x="2331720" y="544068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31E7F6D-8C26-2300-B6BD-43D9904167DE}"/>
              </a:ext>
            </a:extLst>
          </p:cNvPr>
          <p:cNvSpPr txBox="1"/>
          <p:nvPr/>
        </p:nvSpPr>
        <p:spPr>
          <a:xfrm>
            <a:off x="233172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comes online only after Undo phase completes</a:t>
            </a:r>
            <a:endParaRPr lang="en-US" sz="10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7E312D7-A0DD-278A-F96D-9935A80DC585}"/>
              </a:ext>
            </a:extLst>
          </p:cNvPr>
          <p:cNvSpPr/>
          <p:nvPr/>
        </p:nvSpPr>
        <p:spPr>
          <a:xfrm>
            <a:off x="6309360" y="539496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E8E8FB"/>
          </a:solidFill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5FE3422-4F4E-B528-A2A2-DB0A1BF1DBB0}"/>
              </a:ext>
            </a:extLst>
          </p:cNvPr>
          <p:cNvSpPr txBox="1"/>
          <p:nvPr/>
        </p:nvSpPr>
        <p:spPr>
          <a:xfrm>
            <a:off x="6309360" y="5394960"/>
            <a:ext cx="36576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time is roughly proportional to the size of the longest active transaction. Log can't be truncated while long-running transactions are active, since their log records are needed for redo/undo.</a:t>
            </a:r>
            <a:endParaRPr lang="en-US" sz="10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BB7574E6-4C80-7DEC-64FC-B4F805D75E42}"/>
              </a:ext>
            </a:extLst>
          </p:cNvPr>
          <p:cNvSpPr txBox="1"/>
          <p:nvPr/>
        </p:nvSpPr>
        <p:spPr>
          <a:xfrm>
            <a:off x="7863840" y="1435608"/>
            <a:ext cx="3168396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SLOG – copy log records for </a:t>
            </a:r>
            <a:r>
              <a:rPr lang="en-US" sz="10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nonversioned</a:t>
            </a: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operations</a:t>
            </a:r>
            <a:endParaRPr lang="en-US" sz="1050" dirty="0"/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2AC49289-D787-4F6E-49B3-D1AEB8C772E7}"/>
              </a:ext>
            </a:extLst>
          </p:cNvPr>
          <p:cNvSpPr/>
          <p:nvPr/>
        </p:nvSpPr>
        <p:spPr>
          <a:xfrm>
            <a:off x="8046720" y="1426464"/>
            <a:ext cx="2985516" cy="768096"/>
          </a:xfrm>
          <a:prstGeom prst="roundRect">
            <a:avLst>
              <a:gd name="adj" fmla="val 6316"/>
            </a:avLst>
          </a:prstGeom>
          <a:noFill/>
          <a:ln w="12700">
            <a:solidFill>
              <a:srgbClr val="8C8CE0"/>
            </a:solidFill>
            <a:prstDash val="solid"/>
          </a:ln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66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6777-C8D6-FD20-F742-47FE67475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ADR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016BC-EDD0-DC89-3018-7323DD205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Persistent Version Store - PVS</a:t>
            </a:r>
          </a:p>
          <a:p>
            <a:r>
              <a:rPr lang="en-US" dirty="0"/>
              <a:t>Logical Revert</a:t>
            </a:r>
          </a:p>
          <a:p>
            <a:r>
              <a:rPr lang="en-US" dirty="0"/>
              <a:t>Secondary Log – </a:t>
            </a:r>
            <a:r>
              <a:rPr lang="en-US" dirty="0" err="1"/>
              <a:t>sLog</a:t>
            </a:r>
            <a:endParaRPr lang="en-US" dirty="0"/>
          </a:p>
          <a:p>
            <a:r>
              <a:rPr lang="en-US" dirty="0"/>
              <a:t>Cleanup</a:t>
            </a:r>
          </a:p>
        </p:txBody>
      </p:sp>
    </p:spTree>
    <p:extLst>
      <p:ext uri="{BB962C8B-B14F-4D97-AF65-F5344CB8AC3E}">
        <p14:creationId xmlns:p14="http://schemas.microsoft.com/office/powerpoint/2010/main" val="3406396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1577-3B52-7C2B-5700-7311F5AAF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Log - </a:t>
            </a:r>
            <a:r>
              <a:rPr lang="en-US" dirty="0" err="1"/>
              <a:t>sLog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FEF55-99D8-A4C4-86C5-0959A388A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Secondary log - in memory, stores log records for non-versioned operations </a:t>
            </a:r>
          </a:p>
          <a:p>
            <a:r>
              <a:rPr lang="en-US" dirty="0"/>
              <a:t>Built continuously at runtime whenever ADR is enabled </a:t>
            </a:r>
          </a:p>
          <a:p>
            <a:r>
              <a:rPr lang="en-US" dirty="0"/>
              <a:t>Persists on disk during checkpoint</a:t>
            </a:r>
          </a:p>
          <a:p>
            <a:r>
              <a:rPr lang="en-US" dirty="0"/>
              <a:t>Truncates after transaction commits</a:t>
            </a:r>
          </a:p>
          <a:p>
            <a:r>
              <a:rPr lang="en-US" dirty="0"/>
              <a:t>Speeds up redo and undo by processing non-versioned operations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958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C2AF-7487-5CFB-63C0-7404456C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Store vs Persistent Version 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60F4-1589-4211-49D7-40DAFDCBF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 Explain what the difference is&gt;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509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A3841-255D-92D8-81D2-E7604EE9F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4A102-8FFC-4AD9-794B-31D874E79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Persistent Version Store -  PVS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755D-E8F4-5AA6-B2B3-74D344213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DML runs, it persists row versions in the user database itself </a:t>
            </a:r>
          </a:p>
          <a:p>
            <a:r>
              <a:rPr lang="en-US" dirty="0"/>
              <a:t>Traditional way - version store in the tempdb database. </a:t>
            </a:r>
          </a:p>
          <a:p>
            <a:r>
              <a:rPr lang="en-US" dirty="0"/>
              <a:t>Row versions are in data pages being modified, or in a separate system table. </a:t>
            </a:r>
          </a:p>
          <a:p>
            <a:r>
              <a:rPr lang="en-US" dirty="0"/>
              <a:t>Availability Group aware - improves availability of readable secondaries.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77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129B4-EDD2-6D6B-5FEA-AA56A11A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02EF-2E67-A40D-453B-2AFC4B9A3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Revert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9A895-E2C1-C233-83F4-E44110944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464" y="1825625"/>
            <a:ext cx="10515600" cy="4351338"/>
          </a:xfrm>
        </p:spPr>
        <p:txBody>
          <a:bodyPr/>
          <a:lstStyle/>
          <a:p>
            <a:r>
              <a:rPr lang="en-US" dirty="0"/>
              <a:t>Asynchronous process </a:t>
            </a:r>
          </a:p>
          <a:p>
            <a:r>
              <a:rPr lang="en-US" dirty="0"/>
              <a:t>Row-level version-based undo</a:t>
            </a:r>
          </a:p>
          <a:p>
            <a:r>
              <a:rPr lang="en-US" dirty="0"/>
              <a:t>Instant transaction rollback and undo </a:t>
            </a:r>
          </a:p>
          <a:p>
            <a:pPr marL="0" indent="0">
              <a:buNone/>
            </a:pPr>
            <a:r>
              <a:rPr lang="en-US" dirty="0"/>
              <a:t>   for all versioned operations.</a:t>
            </a:r>
          </a:p>
          <a:p>
            <a:pPr lvl="0"/>
            <a:r>
              <a:rPr lang="en-US" dirty="0"/>
              <a:t>Keeps track of all aborted transactions </a:t>
            </a:r>
          </a:p>
          <a:p>
            <a:pPr marL="0" lvl="0" indent="0">
              <a:buNone/>
            </a:pPr>
            <a:r>
              <a:rPr lang="en-US" dirty="0"/>
              <a:t>   and revert their versions</a:t>
            </a:r>
          </a:p>
          <a:p>
            <a:pPr lvl="0"/>
            <a:r>
              <a:rPr lang="en-US" dirty="0"/>
              <a:t>Releases all locks immediately after </a:t>
            </a:r>
          </a:p>
          <a:p>
            <a:pPr marL="0" lvl="0" indent="0">
              <a:buNone/>
            </a:pPr>
            <a:r>
              <a:rPr lang="en-US" dirty="0"/>
              <a:t>   transaction abort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9CC33A-111A-B8E9-FBC2-5BE33ACB3757}"/>
              </a:ext>
            </a:extLst>
          </p:cNvPr>
          <p:cNvSpPr/>
          <p:nvPr/>
        </p:nvSpPr>
        <p:spPr>
          <a:xfrm>
            <a:off x="7635240" y="2212848"/>
            <a:ext cx="2185416" cy="11521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D76605-8363-2C8F-5DA9-7C7C8B3EA69A}"/>
              </a:ext>
            </a:extLst>
          </p:cNvPr>
          <p:cNvSpPr/>
          <p:nvPr/>
        </p:nvSpPr>
        <p:spPr>
          <a:xfrm>
            <a:off x="7699248" y="4864394"/>
            <a:ext cx="2185416" cy="11521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595F5-6793-7029-A0E5-D57DFAA4D4D4}"/>
              </a:ext>
            </a:extLst>
          </p:cNvPr>
          <p:cNvSpPr txBox="1"/>
          <p:nvPr/>
        </p:nvSpPr>
        <p:spPr>
          <a:xfrm>
            <a:off x="9047988" y="3653028"/>
            <a:ext cx="1885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Copies last committed 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843DF1-33C8-9006-219E-DA74BC669B58}"/>
              </a:ext>
            </a:extLst>
          </p:cNvPr>
          <p:cNvSpPr txBox="1"/>
          <p:nvPr/>
        </p:nvSpPr>
        <p:spPr>
          <a:xfrm>
            <a:off x="8404860" y="260425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PVS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29DEB7-1D8F-96F6-2E7E-1B4E4477F7E6}"/>
              </a:ext>
            </a:extLst>
          </p:cNvPr>
          <p:cNvSpPr txBox="1"/>
          <p:nvPr/>
        </p:nvSpPr>
        <p:spPr>
          <a:xfrm>
            <a:off x="8404860" y="519239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pages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5E7A6B-EE66-73DA-E66F-D170B99B4FC6}"/>
              </a:ext>
            </a:extLst>
          </p:cNvPr>
          <p:cNvCxnSpPr>
            <a:stCxn id="4" idx="2"/>
          </p:cNvCxnSpPr>
          <p:nvPr/>
        </p:nvCxnSpPr>
        <p:spPr>
          <a:xfrm>
            <a:off x="8727948" y="3364992"/>
            <a:ext cx="0" cy="1499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5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8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C637-852D-1813-E687-447CDEE5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6BADE-C252-D905-1B52-41D69D96D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Asynchronous process </a:t>
            </a:r>
          </a:p>
          <a:p>
            <a:r>
              <a:rPr lang="en-US" dirty="0"/>
              <a:t>Wakes up periodically and cleans obsolete row versions from PVS</a:t>
            </a:r>
          </a:p>
          <a:p>
            <a:r>
              <a:rPr lang="en-US" dirty="0"/>
              <a:t>SQL 2022 - Increase ADR cleaner thread count if DMLs are high</a:t>
            </a:r>
          </a:p>
        </p:txBody>
      </p:sp>
    </p:spTree>
    <p:extLst>
      <p:ext uri="{BB962C8B-B14F-4D97-AF65-F5344CB8AC3E}">
        <p14:creationId xmlns:p14="http://schemas.microsoft.com/office/powerpoint/2010/main" val="2537448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A984-DF70-6788-1110-1AAC1E9CF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ADR’s Core Trick -  Version Everything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A417E-83D8-CC6C-8631-40CEB7862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1A1A2E"/>
                </a:solidFill>
              </a:rPr>
              <a:t>PVS (Persistent Version Store): row versions stored inside the DB, not tempdb</a:t>
            </a:r>
          </a:p>
          <a:p>
            <a:r>
              <a:rPr lang="en-US" dirty="0">
                <a:solidFill>
                  <a:srgbClr val="1A1A2E"/>
                </a:solidFill>
              </a:rPr>
              <a:t>SLOG (Secondary Log Stream): lightweight in-memory stream for non-versioned ops only</a:t>
            </a:r>
          </a:p>
          <a:p>
            <a:r>
              <a:rPr lang="en-US" dirty="0">
                <a:solidFill>
                  <a:srgbClr val="1A1A2E"/>
                </a:solidFill>
              </a:rPr>
              <a:t>Logical revert: undo is asynchronous via PVS, instant from the user's view</a:t>
            </a:r>
          </a:p>
          <a:p>
            <a:r>
              <a:rPr lang="en-US" dirty="0">
                <a:solidFill>
                  <a:srgbClr val="1A1A2E"/>
                </a:solidFill>
              </a:rPr>
              <a:t>Aborted transactions are marked immediately; concurrent queries just ignore their versions</a:t>
            </a:r>
          </a:p>
          <a:p>
            <a:r>
              <a:rPr lang="en-US" b="1" dirty="0">
                <a:solidFill>
                  <a:srgbClr val="1A7A3C"/>
                </a:solidFill>
              </a:rPr>
              <a:t>Recovery time becomes CONSTANT,  log size no longer matters</a:t>
            </a:r>
          </a:p>
          <a:p>
            <a:endParaRPr lang="en-US" dirty="0">
              <a:solidFill>
                <a:srgbClr val="1A1A2E"/>
              </a:solidFill>
            </a:endParaRPr>
          </a:p>
          <a:p>
            <a:endParaRPr lang="en-US" dirty="0">
              <a:solidFill>
                <a:srgbClr val="1A1A2E"/>
              </a:solidFill>
            </a:endParaRPr>
          </a:p>
          <a:p>
            <a:endParaRPr lang="en-US" dirty="0">
              <a:solidFill>
                <a:srgbClr val="1A1A2E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327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1BAA5-3438-8A85-57A0-5B535412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Time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AF849-C671-BEB9-D524-C7B17D45F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hlinkClick r:id="rId2"/>
              </a:rPr>
              <a:t>https://www.microsoft.com/en-us/research/publication/constant-time-recovery-in-azure-sql-database/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9DA99E-555B-E884-376C-322EB1300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092" y="2252546"/>
            <a:ext cx="7447316" cy="33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41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2F945-12A4-601A-B782-8E5387548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Aggressive Log Truncation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456C7-660F-3688-B93D-C0B185E85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Versioned operations are stored in PVS</a:t>
            </a:r>
          </a:p>
          <a:p>
            <a:r>
              <a:rPr lang="en-US" dirty="0"/>
              <a:t>Non-versioned operations are stored in SLOG</a:t>
            </a:r>
          </a:p>
          <a:p>
            <a:r>
              <a:rPr lang="en-US" dirty="0"/>
              <a:t>Log doesn’t not need to be retained for UNDO</a:t>
            </a:r>
          </a:p>
        </p:txBody>
      </p:sp>
    </p:spTree>
    <p:extLst>
      <p:ext uri="{BB962C8B-B14F-4D97-AF65-F5344CB8AC3E}">
        <p14:creationId xmlns:p14="http://schemas.microsoft.com/office/powerpoint/2010/main" val="133314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30958-5075-F738-32DF-661A64555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Workloads that benefit from ADR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214A9-C969-D076-E269-B09017594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Long-running transactions.</a:t>
            </a:r>
          </a:p>
          <a:p>
            <a:pPr lvl="0"/>
            <a:r>
              <a:rPr lang="en-US" dirty="0"/>
              <a:t>Active transactions that cause the transaction log to grow significantly.</a:t>
            </a:r>
          </a:p>
          <a:p>
            <a:pPr lvl="0"/>
            <a:r>
              <a:rPr lang="en-US" dirty="0"/>
              <a:t>Long periods of database unavailability due to long running recovery (such as from unexpected service restart or manual transaction rollback).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433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0C6F7-40B7-4E6F-C272-2CF0A239C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ADR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9A355-574B-CAE4-3C78-BDDF87224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Space in the database to account for PVS usage</a:t>
            </a:r>
          </a:p>
          <a:p>
            <a:pPr lvl="1"/>
            <a:r>
              <a:rPr lang="en-US" dirty="0"/>
              <a:t>DML might fail</a:t>
            </a:r>
          </a:p>
          <a:p>
            <a:r>
              <a:rPr lang="en-US" dirty="0"/>
              <a:t>Replication or CDC – aggressive log truncation is disabled</a:t>
            </a:r>
          </a:p>
          <a:p>
            <a:pPr lvl="1"/>
            <a:r>
              <a:rPr lang="en-US" dirty="0"/>
              <a:t>Make sure </a:t>
            </a:r>
            <a:r>
              <a:rPr lang="en-US" dirty="0" err="1"/>
              <a:t>Tlog</a:t>
            </a:r>
            <a:r>
              <a:rPr lang="en-US" dirty="0"/>
              <a:t> is large </a:t>
            </a:r>
          </a:p>
          <a:p>
            <a:r>
              <a:rPr lang="en-US" dirty="0"/>
              <a:t>In SQL 2022 – increase ADR cleaner thread count if DMLs are high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89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D4126-6518-42C2-867C-283F42381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34E41-3C2A-EE68-B2DE-FB19E650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and 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3E45F-E16C-7331-C840-595FAD3F0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&lt;add </a:t>
            </a:r>
            <a:r>
              <a:rPr lang="en-US" dirty="0" err="1"/>
              <a:t>dmvs</a:t>
            </a:r>
            <a:r>
              <a:rPr lang="en-US" dirty="0"/>
              <a:t> and XE&gt;</a:t>
            </a:r>
          </a:p>
        </p:txBody>
      </p:sp>
    </p:spTree>
    <p:extLst>
      <p:ext uri="{BB962C8B-B14F-4D97-AF65-F5344CB8AC3E}">
        <p14:creationId xmlns:p14="http://schemas.microsoft.com/office/powerpoint/2010/main" val="2425186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054A-0BC7-A09F-F193-F1D41220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 out!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A7D20-D441-CAF0-EFEF-68518CBE0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enable ADR on TempDB</a:t>
            </a:r>
          </a:p>
          <a:p>
            <a:r>
              <a:rPr lang="en-US" dirty="0"/>
              <a:t>Latch contention on the </a:t>
            </a:r>
            <a:r>
              <a:rPr lang="en-US" dirty="0" err="1"/>
              <a:t>sys.sysseobjvalues</a:t>
            </a:r>
            <a:r>
              <a:rPr lang="en-US" dirty="0"/>
              <a:t> system table is YET to be resolved</a:t>
            </a:r>
          </a:p>
        </p:txBody>
      </p:sp>
    </p:spTree>
    <p:extLst>
      <p:ext uri="{BB962C8B-B14F-4D97-AF65-F5344CB8AC3E}">
        <p14:creationId xmlns:p14="http://schemas.microsoft.com/office/powerpoint/2010/main" val="3717145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60C3D-26C3-9BD7-B2EE-73F92E17A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6616" y="2848355"/>
            <a:ext cx="3858768" cy="11612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80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07782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90D6-FD56-2FE7-7F53-FB3D1F75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28F1-E38D-9B32-8C65-1FBC1006E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D72B-546C-51A5-A2C6-511E88124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384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EEE1A-5B71-21F6-C5B7-B8F6EDBA6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0809E-78E5-FF2A-1BC4-A373F8D74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https://learn.microsoft.com/en-us/sql/relational-databases/accelerated-database-recovery-concepts?view=sql-server-ver17</a:t>
            </a:r>
            <a:endParaRPr lang="en-US" dirty="0"/>
          </a:p>
          <a:p>
            <a:r>
              <a:rPr lang="en-US" dirty="0">
                <a:hlinkClick r:id="rId3"/>
              </a:rPr>
              <a:t>https://learn.microsoft.com/en-us/sql/relational-databases/accelerated-database-recovery-troubleshoot?view=sql-server-ver17&amp;tabs=sql-server-sql-mi</a:t>
            </a:r>
            <a:endParaRPr lang="en-US" dirty="0"/>
          </a:p>
          <a:p>
            <a:r>
              <a:rPr lang="en-US" dirty="0">
                <a:hlinkClick r:id="rId4"/>
              </a:rPr>
              <a:t>https://www.microsoft.com/en-us/research/publication/constant-time-recovery-in-azure-sql-database/</a:t>
            </a:r>
            <a:endParaRPr lang="en-US" dirty="0"/>
          </a:p>
          <a:p>
            <a:r>
              <a:rPr lang="en-US" dirty="0">
                <a:hlinkClick r:id="rId5"/>
              </a:rPr>
              <a:t>https://www.youtube.com/watch?v=ro-iryiNkrg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276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1261</Words>
  <Application>Microsoft Office PowerPoint</Application>
  <PresentationFormat>Widescreen</PresentationFormat>
  <Paragraphs>186</Paragraphs>
  <Slides>27</Slides>
  <Notes>8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Cascadia Mono</vt:lpstr>
      <vt:lpstr>Office Theme</vt:lpstr>
      <vt:lpstr>Accelerated Database Recovery (ADR)</vt:lpstr>
      <vt:lpstr>Haripriya Naidu</vt:lpstr>
      <vt:lpstr>Agenda</vt:lpstr>
      <vt:lpstr>Pain point</vt:lpstr>
      <vt:lpstr>Traditional Recovery Process</vt:lpstr>
      <vt:lpstr>PowerPoint Presentation</vt:lpstr>
      <vt:lpstr>ADR</vt:lpstr>
      <vt:lpstr>Enable ADR</vt:lpstr>
      <vt:lpstr>Recovery with ADR</vt:lpstr>
      <vt:lpstr>PowerPoint Presentation</vt:lpstr>
      <vt:lpstr>PowerPoint Presentation</vt:lpstr>
      <vt:lpstr>Components of ADR</vt:lpstr>
      <vt:lpstr>Secondary Log - sLog</vt:lpstr>
      <vt:lpstr>Version Store vs Persistent Version Store</vt:lpstr>
      <vt:lpstr>Persistent Version Store -  PVS</vt:lpstr>
      <vt:lpstr>Logical Revert</vt:lpstr>
      <vt:lpstr>Cleanup</vt:lpstr>
      <vt:lpstr>ADR’s Core Trick -  Version Everything</vt:lpstr>
      <vt:lpstr>Constant Time Recovery</vt:lpstr>
      <vt:lpstr>Aggressive Log Truncation</vt:lpstr>
      <vt:lpstr>Workloads that benefit from ADR</vt:lpstr>
      <vt:lpstr>Best Practices for ADR </vt:lpstr>
      <vt:lpstr>Monitoring and troubleshooting</vt:lpstr>
      <vt:lpstr>Watch out!</vt:lpstr>
      <vt:lpstr>PowerPoint Presentation</vt:lpstr>
      <vt:lpstr>Takeaways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Haripriya Naidu</dc:creator>
  <cp:lastModifiedBy>Haripriya Naidu</cp:lastModifiedBy>
  <cp:revision>38</cp:revision>
  <dcterms:created xsi:type="dcterms:W3CDTF">2026-09-13T21:33:51Z</dcterms:created>
  <dcterms:modified xsi:type="dcterms:W3CDTF">2026-09-16T20:25:57Z</dcterms:modified>
</cp:coreProperties>
</file>